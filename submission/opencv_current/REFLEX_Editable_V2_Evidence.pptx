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9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0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2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3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4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17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9c7db5f67841f8" /><Relationship Type="http://schemas.openxmlformats.org/officeDocument/2006/relationships/extended-properties" Target="/docProps/app.xml" Id="R807da244fab84912" /><Relationship Type="http://schemas.openxmlformats.org/officeDocument/2006/relationships/officeDocument" Target="/ppt/presentation.xml" Id="R0b7de9767f044e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3406c35d7e4fad"/>
  </p:sldMasterIdLst>
  <p:notesMasterIdLst>
    <p:notesMasterId xmlns:r="http://schemas.openxmlformats.org/officeDocument/2006/relationships" r:id="Rf6b7afe0dc38437f"/>
  </p:notesMasterIdLst>
  <p:sldIdLst>
    <p:sldId xmlns:r="http://schemas.openxmlformats.org/officeDocument/2006/relationships" id="256" r:id="R83a0fb35f53c4d8e"/>
    <p:sldId xmlns:r="http://schemas.openxmlformats.org/officeDocument/2006/relationships" id="257" r:id="R92844ec6cbba4b8d"/>
    <p:sldId xmlns:r="http://schemas.openxmlformats.org/officeDocument/2006/relationships" id="258" r:id="R8859f388be2144a3"/>
    <p:sldId xmlns:r="http://schemas.openxmlformats.org/officeDocument/2006/relationships" id="259" r:id="R1971c00f9fa540af"/>
    <p:sldId xmlns:r="http://schemas.openxmlformats.org/officeDocument/2006/relationships" id="260" r:id="R387897b01a4a4d44"/>
    <p:sldId xmlns:r="http://schemas.openxmlformats.org/officeDocument/2006/relationships" id="261" r:id="R6108c0d0bc9a49d7"/>
    <p:sldId xmlns:r="http://schemas.openxmlformats.org/officeDocument/2006/relationships" id="262" r:id="R1954d615c58f4b35"/>
    <p:sldId xmlns:r="http://schemas.openxmlformats.org/officeDocument/2006/relationships" id="263" r:id="R1010ffcc73164ebe"/>
    <p:sldId xmlns:r="http://schemas.openxmlformats.org/officeDocument/2006/relationships" id="264" r:id="Rb4db4748a3a14fde"/>
    <p:sldId xmlns:r="http://schemas.openxmlformats.org/officeDocument/2006/relationships" id="265" r:id="R5dc7ef39700f4baf"/>
    <p:sldId xmlns:r="http://schemas.openxmlformats.org/officeDocument/2006/relationships" id="266" r:id="R37c6229b646e43e4"/>
    <p:sldId xmlns:r="http://schemas.openxmlformats.org/officeDocument/2006/relationships" id="267" r:id="R6fa6a595a99c4af5"/>
    <p:sldId xmlns:r="http://schemas.openxmlformats.org/officeDocument/2006/relationships" id="268" r:id="R9919140e26ef4e3b"/>
    <p:sldId xmlns:r="http://schemas.openxmlformats.org/officeDocument/2006/relationships" id="269" r:id="Rfce03c3193d64844"/>
    <p:sldId xmlns:r="http://schemas.openxmlformats.org/officeDocument/2006/relationships" id="270" r:id="R981d9603e20645db"/>
    <p:sldId xmlns:r="http://schemas.openxmlformats.org/officeDocument/2006/relationships" id="271" r:id="R083756ecaeee4a4c"/>
    <p:sldId xmlns:r="http://schemas.openxmlformats.org/officeDocument/2006/relationships" id="272" r:id="Rfd4267fbf61b4e81"/>
    <p:sldId xmlns:r="http://schemas.openxmlformats.org/officeDocument/2006/relationships" id="273" r:id="R8a680f4b21d548f2"/>
    <p:sldId xmlns:r="http://schemas.openxmlformats.org/officeDocument/2006/relationships" id="274" r:id="Rc936c6bf935043ab"/>
    <p:sldId xmlns:r="http://schemas.openxmlformats.org/officeDocument/2006/relationships" id="275" r:id="R022c2b352387440c"/>
    <p:sldId xmlns:r="http://schemas.openxmlformats.org/officeDocument/2006/relationships" id="276" r:id="Ra014cecfd95f4b4b"/>
    <p:sldId xmlns:r="http://schemas.openxmlformats.org/officeDocument/2006/relationships" id="277" r:id="R5f2bfac4b8904792"/>
    <p:sldId xmlns:r="http://schemas.openxmlformats.org/officeDocument/2006/relationships" id="278" r:id="Rd402077d21664a99"/>
    <p:sldId xmlns:r="http://schemas.openxmlformats.org/officeDocument/2006/relationships" id="279" r:id="R316dece317fd4c50"/>
    <p:sldId xmlns:r="http://schemas.openxmlformats.org/officeDocument/2006/relationships" id="280" r:id="R43b2c8ee22194995"/>
    <p:sldId xmlns:r="http://schemas.openxmlformats.org/officeDocument/2006/relationships" id="281" r:id="Rb05e2ee2661f4ec0"/>
    <p:sldId xmlns:r="http://schemas.openxmlformats.org/officeDocument/2006/relationships" id="282" r:id="Rb08613f915494d63"/>
    <p:sldId xmlns:r="http://schemas.openxmlformats.org/officeDocument/2006/relationships" id="283" r:id="R759ca061eb4145bc"/>
    <p:sldId xmlns:r="http://schemas.openxmlformats.org/officeDocument/2006/relationships" id="284" r:id="Rfbde9891f913426a"/>
    <p:sldId xmlns:r="http://schemas.openxmlformats.org/officeDocument/2006/relationships" id="285" r:id="R0624859b6c4c4a4b"/>
    <p:sldId xmlns:r="http://schemas.openxmlformats.org/officeDocument/2006/relationships" id="286" r:id="R7a553def4b9c46c7"/>
    <p:sldId xmlns:r="http://schemas.openxmlformats.org/officeDocument/2006/relationships" id="287" r:id="Rc400ca6162c34098"/>
    <p:sldId xmlns:r="http://schemas.openxmlformats.org/officeDocument/2006/relationships" id="288" r:id="R795b2d2e48a8435f"/>
    <p:sldId xmlns:r="http://schemas.openxmlformats.org/officeDocument/2006/relationships" id="289" r:id="R74a91504eb674adb"/>
    <p:sldId xmlns:r="http://schemas.openxmlformats.org/officeDocument/2006/relationships" id="290" r:id="Rac056c1a75064261"/>
    <p:sldId xmlns:r="http://schemas.openxmlformats.org/officeDocument/2006/relationships" id="291" r:id="R7cef73ef632f4489"/>
    <p:sldId xmlns:r="http://schemas.openxmlformats.org/officeDocument/2006/relationships" id="292" r:id="R609764c647ba4f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d98ca06c72455a" /><Relationship Type="http://schemas.openxmlformats.org/officeDocument/2006/relationships/slideMaster" Target="/ppt/slideMasters/slideMaster1.xml" Id="Rab3406c35d7e4fad" /><Relationship Type="http://schemas.openxmlformats.org/officeDocument/2006/relationships/notesMaster" Target="/ppt/notesMasters/notesMaster1.xml" Id="Rf6b7afe0dc38437f" /><Relationship Type="http://schemas.openxmlformats.org/officeDocument/2006/relationships/presProps" Target="/ppt/presProps.xml" Id="R4120edd38ab4485d" /><Relationship Type="http://schemas.openxmlformats.org/officeDocument/2006/relationships/tableStyles" Target="/ppt/tableStyles.xml" Id="Rb0aa0e6d66c442c8" /><Relationship Type="http://schemas.openxmlformats.org/officeDocument/2006/relationships/slide" Target="/ppt/slides/slide1.xml" Id="R83a0fb35f53c4d8e" /><Relationship Type="http://schemas.openxmlformats.org/officeDocument/2006/relationships/slide" Target="/ppt/slides/slide2.xml" Id="R92844ec6cbba4b8d" /><Relationship Type="http://schemas.openxmlformats.org/officeDocument/2006/relationships/slide" Target="/ppt/slides/slide3.xml" Id="R8859f388be2144a3" /><Relationship Type="http://schemas.openxmlformats.org/officeDocument/2006/relationships/slide" Target="/ppt/slides/slide4.xml" Id="R1971c00f9fa540af" /><Relationship Type="http://schemas.openxmlformats.org/officeDocument/2006/relationships/slide" Target="/ppt/slides/slide5.xml" Id="R387897b01a4a4d44" /><Relationship Type="http://schemas.openxmlformats.org/officeDocument/2006/relationships/slide" Target="/ppt/slides/slide6.xml" Id="R6108c0d0bc9a49d7" /><Relationship Type="http://schemas.openxmlformats.org/officeDocument/2006/relationships/slide" Target="/ppt/slides/slide7.xml" Id="R1954d615c58f4b35" /><Relationship Type="http://schemas.openxmlformats.org/officeDocument/2006/relationships/slide" Target="/ppt/slides/slide8.xml" Id="R1010ffcc73164ebe" /><Relationship Type="http://schemas.openxmlformats.org/officeDocument/2006/relationships/slide" Target="/ppt/slides/slide9.xml" Id="Rb4db4748a3a14fde" /><Relationship Type="http://schemas.openxmlformats.org/officeDocument/2006/relationships/slide" Target="/ppt/slides/slide10.xml" Id="R5dc7ef39700f4baf" /><Relationship Type="http://schemas.openxmlformats.org/officeDocument/2006/relationships/slide" Target="/ppt/slides/slide11.xml" Id="R37c6229b646e43e4" /><Relationship Type="http://schemas.openxmlformats.org/officeDocument/2006/relationships/slide" Target="/ppt/slides/slide12.xml" Id="R6fa6a595a99c4af5" /><Relationship Type="http://schemas.openxmlformats.org/officeDocument/2006/relationships/slide" Target="/ppt/slides/slide13.xml" Id="R9919140e26ef4e3b" /><Relationship Type="http://schemas.openxmlformats.org/officeDocument/2006/relationships/slide" Target="/ppt/slides/slide14.xml" Id="Rfce03c3193d64844" /><Relationship Type="http://schemas.openxmlformats.org/officeDocument/2006/relationships/slide" Target="/ppt/slides/slide15.xml" Id="R981d9603e20645db" /><Relationship Type="http://schemas.openxmlformats.org/officeDocument/2006/relationships/slide" Target="/ppt/slides/slide16.xml" Id="R083756ecaeee4a4c" /><Relationship Type="http://schemas.openxmlformats.org/officeDocument/2006/relationships/slide" Target="/ppt/slides/slide17.xml" Id="Rfd4267fbf61b4e81" /><Relationship Type="http://schemas.openxmlformats.org/officeDocument/2006/relationships/slide" Target="/ppt/slides/slide18.xml" Id="R8a680f4b21d548f2" /><Relationship Type="http://schemas.openxmlformats.org/officeDocument/2006/relationships/slide" Target="/ppt/slides/slide19.xml" Id="Rc936c6bf935043ab" /><Relationship Type="http://schemas.openxmlformats.org/officeDocument/2006/relationships/slide" Target="/ppt/slides/slide20.xml" Id="R022c2b352387440c" /><Relationship Type="http://schemas.openxmlformats.org/officeDocument/2006/relationships/slide" Target="/ppt/slides/slide21.xml" Id="Ra014cecfd95f4b4b" /><Relationship Type="http://schemas.openxmlformats.org/officeDocument/2006/relationships/slide" Target="/ppt/slides/slide22.xml" Id="R5f2bfac4b8904792" /><Relationship Type="http://schemas.openxmlformats.org/officeDocument/2006/relationships/slide" Target="/ppt/slides/slide23.xml" Id="Rd402077d21664a99" /><Relationship Type="http://schemas.openxmlformats.org/officeDocument/2006/relationships/slide" Target="/ppt/slides/slide24.xml" Id="R316dece317fd4c50" /><Relationship Type="http://schemas.openxmlformats.org/officeDocument/2006/relationships/slide" Target="/ppt/slides/slide25.xml" Id="R43b2c8ee22194995" /><Relationship Type="http://schemas.openxmlformats.org/officeDocument/2006/relationships/slide" Target="/ppt/slides/slide26.xml" Id="Rb05e2ee2661f4ec0" /><Relationship Type="http://schemas.openxmlformats.org/officeDocument/2006/relationships/slide" Target="/ppt/slides/slide27.xml" Id="Rb08613f915494d63" /><Relationship Type="http://schemas.openxmlformats.org/officeDocument/2006/relationships/slide" Target="/ppt/slides/slide28.xml" Id="R759ca061eb4145bc" /><Relationship Type="http://schemas.openxmlformats.org/officeDocument/2006/relationships/slide" Target="/ppt/slides/slide29.xml" Id="Rfbde9891f913426a" /><Relationship Type="http://schemas.openxmlformats.org/officeDocument/2006/relationships/slide" Target="/ppt/slides/slide30.xml" Id="R0624859b6c4c4a4b" /><Relationship Type="http://schemas.openxmlformats.org/officeDocument/2006/relationships/slide" Target="/ppt/slides/slide31.xml" Id="R7a553def4b9c46c7" /><Relationship Type="http://schemas.openxmlformats.org/officeDocument/2006/relationships/slide" Target="/ppt/slides/slide32.xml" Id="Rc400ca6162c34098" /><Relationship Type="http://schemas.openxmlformats.org/officeDocument/2006/relationships/slide" Target="/ppt/slides/slide33.xml" Id="R795b2d2e48a8435f" /><Relationship Type="http://schemas.openxmlformats.org/officeDocument/2006/relationships/slide" Target="/ppt/slides/slide34.xml" Id="R74a91504eb674adb" /><Relationship Type="http://schemas.openxmlformats.org/officeDocument/2006/relationships/slide" Target="/ppt/slides/slide35.xml" Id="Rac056c1a75064261" /><Relationship Type="http://schemas.openxmlformats.org/officeDocument/2006/relationships/slide" Target="/ppt/slides/slide36.xml" Id="R7cef73ef632f4489" /><Relationship Type="http://schemas.openxmlformats.org/officeDocument/2006/relationships/slide" Target="/ppt/slides/slide37.xml" Id="R609764c647ba4f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d5cb1834dd48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607b5058264084" /><Relationship Type="http://schemas.openxmlformats.org/officeDocument/2006/relationships/notesMaster" Target="/ppt/notesMasters/notesMaster1.xml" Id="R4341b5363d5845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5812f9fbf44037" /><Relationship Type="http://schemas.openxmlformats.org/officeDocument/2006/relationships/notesMaster" Target="/ppt/notesMasters/notesMaster1.xml" Id="R3fec713598ff45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ee50845f9343ba" /><Relationship Type="http://schemas.openxmlformats.org/officeDocument/2006/relationships/notesMaster" Target="/ppt/notesMasters/notesMaster1.xml" Id="R365255226d0f40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b46f6008914612" /><Relationship Type="http://schemas.openxmlformats.org/officeDocument/2006/relationships/notesMaster" Target="/ppt/notesMasters/notesMaster1.xml" Id="Raca25e92f2ea41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f78e0138dc4364" /><Relationship Type="http://schemas.openxmlformats.org/officeDocument/2006/relationships/notesMaster" Target="/ppt/notesMasters/notesMaster1.xml" Id="R6514551d68224f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a64adabbc74a92" /><Relationship Type="http://schemas.openxmlformats.org/officeDocument/2006/relationships/notesMaster" Target="/ppt/notesMasters/notesMaster1.xml" Id="Rd58370fbdfc24b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efb4e4419f44e8" /><Relationship Type="http://schemas.openxmlformats.org/officeDocument/2006/relationships/notesMaster" Target="/ppt/notesMasters/notesMaster1.xml" Id="Rc5bf327427454f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b2088ab5134c3d" /><Relationship Type="http://schemas.openxmlformats.org/officeDocument/2006/relationships/notesMaster" Target="/ppt/notesMasters/notesMaster1.xml" Id="Re57110df95074c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db2946ccf84156" /><Relationship Type="http://schemas.openxmlformats.org/officeDocument/2006/relationships/notesMaster" Target="/ppt/notesMasters/notesMaster1.xml" Id="Rc99725bfdf0442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a8531e37d74cce" /><Relationship Type="http://schemas.openxmlformats.org/officeDocument/2006/relationships/notesMaster" Target="/ppt/notesMasters/notesMaster1.xml" Id="R3667052985d64c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b758def35b440a" /><Relationship Type="http://schemas.openxmlformats.org/officeDocument/2006/relationships/notesMaster" Target="/ppt/notesMasters/notesMaster1.xml" Id="Ra7ebcd24405841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39a56ef8664106" /><Relationship Type="http://schemas.openxmlformats.org/officeDocument/2006/relationships/notesMaster" Target="/ppt/notesMasters/notesMaster1.xml" Id="R8a958edb09be4c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f8878f667e426a" /><Relationship Type="http://schemas.openxmlformats.org/officeDocument/2006/relationships/notesMaster" Target="/ppt/notesMasters/notesMaster1.xml" Id="R32b578c937724e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dc009b2b724d32" /><Relationship Type="http://schemas.openxmlformats.org/officeDocument/2006/relationships/notesMaster" Target="/ppt/notesMasters/notesMaster1.xml" Id="R558fa3fbd56e40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184cb7455e4909" /><Relationship Type="http://schemas.openxmlformats.org/officeDocument/2006/relationships/notesMaster" Target="/ppt/notesMasters/notesMaster1.xml" Id="R9309888d8aa84b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20dbf73258442e" /><Relationship Type="http://schemas.openxmlformats.org/officeDocument/2006/relationships/notesMaster" Target="/ppt/notesMasters/notesMaster1.xml" Id="R6a448edcffc44c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fd635570c34c50" /><Relationship Type="http://schemas.openxmlformats.org/officeDocument/2006/relationships/notesMaster" Target="/ppt/notesMasters/notesMaster1.xml" Id="R4da8f8d0e8e742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591dfd9c5f4cd0" /><Relationship Type="http://schemas.openxmlformats.org/officeDocument/2006/relationships/notesMaster" Target="/ppt/notesMasters/notesMaster1.xml" Id="Raa8bf4cbfef248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00ebac8a3d4ca0" /><Relationship Type="http://schemas.openxmlformats.org/officeDocument/2006/relationships/notesMaster" Target="/ppt/notesMasters/notesMaster1.xml" Id="R90f13d4c64784af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861c4f1b7f4608" /><Relationship Type="http://schemas.openxmlformats.org/officeDocument/2006/relationships/notesMaster" Target="/ppt/notesMasters/notesMaster1.xml" Id="R4dd03ad2653d4ba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3ce84dfb844533" /><Relationship Type="http://schemas.openxmlformats.org/officeDocument/2006/relationships/notesMaster" Target="/ppt/notesMasters/notesMaster1.xml" Id="R40a527b426d044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9ee0db7489405d" /><Relationship Type="http://schemas.openxmlformats.org/officeDocument/2006/relationships/notesMaster" Target="/ppt/notesMasters/notesMaster1.xml" Id="Ra1cbba759dde4c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0bdbc5505b5458a" /><Relationship Type="http://schemas.openxmlformats.org/officeDocument/2006/relationships/notesMaster" Target="/ppt/notesMasters/notesMaster1.xml" Id="R52fa973abe4a4e6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72bb35645e6432c" /><Relationship Type="http://schemas.openxmlformats.org/officeDocument/2006/relationships/notesMaster" Target="/ppt/notesMasters/notesMaster1.xml" Id="R7a02a9dbc40f497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9ce9f8807814255" /><Relationship Type="http://schemas.openxmlformats.org/officeDocument/2006/relationships/notesMaster" Target="/ppt/notesMasters/notesMaster1.xml" Id="R47daec405324418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0af1b6a226544bc" /><Relationship Type="http://schemas.openxmlformats.org/officeDocument/2006/relationships/notesMaster" Target="/ppt/notesMasters/notesMaster1.xml" Id="R18b97b6d0816416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7d077c21a3245b2" /><Relationship Type="http://schemas.openxmlformats.org/officeDocument/2006/relationships/notesMaster" Target="/ppt/notesMasters/notesMaster1.xml" Id="Re56dd16b21fe45d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5e2d8ca017b4f0e" /><Relationship Type="http://schemas.openxmlformats.org/officeDocument/2006/relationships/notesMaster" Target="/ppt/notesMasters/notesMaster1.xml" Id="R844876962ec8447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d1a28c881ad45d4" /><Relationship Type="http://schemas.openxmlformats.org/officeDocument/2006/relationships/notesMaster" Target="/ppt/notesMasters/notesMaster1.xml" Id="R9706057e285f462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65fa06dbd1b47fb" /><Relationship Type="http://schemas.openxmlformats.org/officeDocument/2006/relationships/notesMaster" Target="/ppt/notesMasters/notesMaster1.xml" Id="Rd8d5f27ea2474c0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712f134a70d4ec4" /><Relationship Type="http://schemas.openxmlformats.org/officeDocument/2006/relationships/notesMaster" Target="/ppt/notesMasters/notesMaster1.xml" Id="Rbb575f8155e5480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b2069aa82ee4a5e" /><Relationship Type="http://schemas.openxmlformats.org/officeDocument/2006/relationships/notesMaster" Target="/ppt/notesMasters/notesMaster1.xml" Id="Rc80d75b258e04a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6e4221c719b4520" /><Relationship Type="http://schemas.openxmlformats.org/officeDocument/2006/relationships/notesMaster" Target="/ppt/notesMasters/notesMaster1.xml" Id="R3ae151584f3a461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d56444725884670" /><Relationship Type="http://schemas.openxmlformats.org/officeDocument/2006/relationships/notesMaster" Target="/ppt/notesMasters/notesMaster1.xml" Id="R695fe429fd63484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c5fa4f42ab943fc" /><Relationship Type="http://schemas.openxmlformats.org/officeDocument/2006/relationships/notesMaster" Target="/ppt/notesMasters/notesMaster1.xml" Id="Reed85a6bb80040c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13f9543864046ab" /><Relationship Type="http://schemas.openxmlformats.org/officeDocument/2006/relationships/notesMaster" Target="/ppt/notesMasters/notesMaster1.xml" Id="R3c70c1f8f7f544f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b02ccc91f154f62" /><Relationship Type="http://schemas.openxmlformats.org/officeDocument/2006/relationships/notesMaster" Target="/ppt/notesMasters/notesMaster1.xml" Id="Rd679709c192240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d03481a4c47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02cb45e474d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e2195aaec45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62a44d2b749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f06f82fd44e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5cac2593a49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BD1B01-36BD-498E-B48E-C58B1CB61B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D0B1F5-F7E0-4418-88DA-9C872B2713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D8B0F5-CB2B-44AA-8A72-4985AD4E0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734F06-880B-4554-9271-21A578E9A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7DB44D-14FA-49EA-BD57-BF354CBC2D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120570-61DD-4EFD-AE1A-801306DCF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C8F356-94DF-4B74-B56B-91B403B9AB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966E8E-2324-4D69-A70E-D9AC8BF9C9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E8F340-EA5F-4733-BCC3-ABBA8FCD5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A88118-4127-49B2-AE7F-14A7600E98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97422497824f10" /><Relationship Type="http://schemas.openxmlformats.org/officeDocument/2006/relationships/slideLayout" Target="/ppt/slideLayouts/slideLayout1.xml" Id="R542dd3b31ac74725" /><Relationship Type="http://schemas.openxmlformats.org/officeDocument/2006/relationships/slideLayout" Target="/ppt/slideLayouts/slideLayout2.xml" Id="R7541afee8bc94c4b" /><Relationship Type="http://schemas.openxmlformats.org/officeDocument/2006/relationships/slideLayout" Target="/ppt/slideLayouts/slideLayout3.xml" Id="R64c34d768cdd4381" /><Relationship Type="http://schemas.openxmlformats.org/officeDocument/2006/relationships/slideLayout" Target="/ppt/slideLayouts/slideLayout4.xml" Id="Rd0d5decda5c141d6" /><Relationship Type="http://schemas.openxmlformats.org/officeDocument/2006/relationships/slideLayout" Target="/ppt/slideLayouts/slideLayout5.xml" Id="R4cba9a89a89747c3" /><Relationship Type="http://schemas.openxmlformats.org/officeDocument/2006/relationships/slideLayout" Target="/ppt/slideLayouts/slideLayout6.xml" Id="Rb2efdb027b5b4e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2dd3b31ac74725"/>
    <p:sldLayoutId xmlns:r="http://schemas.openxmlformats.org/officeDocument/2006/relationships" id="2147483650" r:id="R7541afee8bc94c4b"/>
    <p:sldLayoutId xmlns:r="http://schemas.openxmlformats.org/officeDocument/2006/relationships" id="2147483651" r:id="R64c34d768cdd4381"/>
    <p:sldLayoutId xmlns:r="http://schemas.openxmlformats.org/officeDocument/2006/relationships" id="2147483652" r:id="Rd0d5decda5c141d6"/>
    <p:sldLayoutId xmlns:r="http://schemas.openxmlformats.org/officeDocument/2006/relationships" id="2147483653" r:id="R4cba9a89a89747c3"/>
    <p:sldLayoutId xmlns:r="http://schemas.openxmlformats.org/officeDocument/2006/relationships" id="2147483654" r:id="Rb2efdb027b5b4e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7652d982d74b1c" /><Relationship Type="http://schemas.openxmlformats.org/officeDocument/2006/relationships/notesSlide" Target="/ppt/notesSlides/notesSlide1.xml" Id="R649cb40fa35642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a3d578ad343bf" /><Relationship Type="http://schemas.openxmlformats.org/officeDocument/2006/relationships/notesSlide" Target="/ppt/notesSlides/notesSlide2.xml" Id="R0562157958fd4d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2758270b243ad" /><Relationship Type="http://schemas.openxmlformats.org/officeDocument/2006/relationships/chart" Target="/ppt/slides/charts/chart1.xml" Id="R7acffe42eb1d49a6" /><Relationship Type="http://schemas.openxmlformats.org/officeDocument/2006/relationships/notesSlide" Target="/ppt/notesSlides/notesSlide3.xml" Id="R00170dd03efa49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cd29b4b870473d" /><Relationship Type="http://schemas.openxmlformats.org/officeDocument/2006/relationships/chart" Target="/ppt/slides/charts/chart2.xml" Id="Ree325f721e3a49df" /><Relationship Type="http://schemas.openxmlformats.org/officeDocument/2006/relationships/notesSlide" Target="/ppt/notesSlides/notesSlide4.xml" Id="R7faab049c0af41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17f754bf348e7" /><Relationship Type="http://schemas.openxmlformats.org/officeDocument/2006/relationships/chart" Target="/ppt/slides/charts/chart3.xml" Id="R6683fe4f3c904eac" /><Relationship Type="http://schemas.openxmlformats.org/officeDocument/2006/relationships/notesSlide" Target="/ppt/notesSlides/notesSlide5.xml" Id="R557a9b90f29a4c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0d1425bc5d433c" /><Relationship Type="http://schemas.openxmlformats.org/officeDocument/2006/relationships/chart" Target="/ppt/slides/charts/chart4.xml" Id="R4d25062d03d74ae6" /><Relationship Type="http://schemas.openxmlformats.org/officeDocument/2006/relationships/notesSlide" Target="/ppt/notesSlides/notesSlide6.xml" Id="R9c32f707f2b64f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5a992303ae419b" /><Relationship Type="http://schemas.openxmlformats.org/officeDocument/2006/relationships/chart" Target="/ppt/slides/charts/chart5.xml" Id="Rde854825b1c74dd4" /><Relationship Type="http://schemas.openxmlformats.org/officeDocument/2006/relationships/notesSlide" Target="/ppt/notesSlides/notesSlide7.xml" Id="Rad446deda3ab48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8a7a15a1c4d55" /><Relationship Type="http://schemas.openxmlformats.org/officeDocument/2006/relationships/chart" Target="/ppt/slides/charts/chart6.xml" Id="R3c69d2d2b5d44929" /><Relationship Type="http://schemas.openxmlformats.org/officeDocument/2006/relationships/notesSlide" Target="/ppt/notesSlides/notesSlide8.xml" Id="R25eff08de32342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ec4a5e1a24d88" /><Relationship Type="http://schemas.openxmlformats.org/officeDocument/2006/relationships/chart" Target="/ppt/slides/charts/chart7.xml" Id="R2d45f36a04424fb4" /><Relationship Type="http://schemas.openxmlformats.org/officeDocument/2006/relationships/notesSlide" Target="/ppt/notesSlides/notesSlide9.xml" Id="Re16feebd3fff4b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710d6223540b5" /><Relationship Type="http://schemas.openxmlformats.org/officeDocument/2006/relationships/chart" Target="/ppt/slides/charts/chart8.xml" Id="R82e8a09b1dab44a7" /><Relationship Type="http://schemas.openxmlformats.org/officeDocument/2006/relationships/notesSlide" Target="/ppt/notesSlides/notesSlide10.xml" Id="R7b6733088d6f46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e7aa7aa7c42f2" /><Relationship Type="http://schemas.openxmlformats.org/officeDocument/2006/relationships/chart" Target="/ppt/slides/charts/chart9.xml" Id="R07e25c0414164223" /><Relationship Type="http://schemas.openxmlformats.org/officeDocument/2006/relationships/notesSlide" Target="/ppt/notesSlides/notesSlide11.xml" Id="Rcc484bb15ed54a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ebb8968184036" /><Relationship Type="http://schemas.openxmlformats.org/officeDocument/2006/relationships/notesSlide" Target="/ppt/notesSlides/notesSlide12.xml" Id="R1e3f4f2231c34d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4ef163719d4b32" /><Relationship Type="http://schemas.openxmlformats.org/officeDocument/2006/relationships/notesSlide" Target="/ppt/notesSlides/notesSlide13.xml" Id="R2806280dfbdf47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7dafa57504b75" /><Relationship Type="http://schemas.openxmlformats.org/officeDocument/2006/relationships/notesSlide" Target="/ppt/notesSlides/notesSlide14.xml" Id="R94148ac9d8b643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e9fa11616435e" /><Relationship Type="http://schemas.openxmlformats.org/officeDocument/2006/relationships/notesSlide" Target="/ppt/notesSlides/notesSlide15.xml" Id="R2a5c163fa8a843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a12c2cc10e4a23" /><Relationship Type="http://schemas.openxmlformats.org/officeDocument/2006/relationships/notesSlide" Target="/ppt/notesSlides/notesSlide16.xml" Id="R910a0d229efd41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cb92b847d4148" /><Relationship Type="http://schemas.openxmlformats.org/officeDocument/2006/relationships/notesSlide" Target="/ppt/notesSlides/notesSlide17.xml" Id="R124bc7e7eb9c43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eb9bbed04e484b" /><Relationship Type="http://schemas.openxmlformats.org/officeDocument/2006/relationships/notesSlide" Target="/ppt/notesSlides/notesSlide18.xml" Id="Radc8e3136c864d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542d8ba6f461d" /><Relationship Type="http://schemas.openxmlformats.org/officeDocument/2006/relationships/notesSlide" Target="/ppt/notesSlides/notesSlide19.xml" Id="R5a094105a3604b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e900766b874561" /><Relationship Type="http://schemas.openxmlformats.org/officeDocument/2006/relationships/notesSlide" Target="/ppt/notesSlides/notesSlide20.xml" Id="R4e8e3f3d15ee42d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9eb6c8937456f" /><Relationship Type="http://schemas.openxmlformats.org/officeDocument/2006/relationships/notesSlide" Target="/ppt/notesSlides/notesSlide21.xml" Id="R32b50e4f00ac431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d4ae9abb3452e" /><Relationship Type="http://schemas.openxmlformats.org/officeDocument/2006/relationships/chart" Target="/ppt/slides/charts/chart10.xml" Id="R3bad351f6cd54d69" /><Relationship Type="http://schemas.openxmlformats.org/officeDocument/2006/relationships/notesSlide" Target="/ppt/notesSlides/notesSlide22.xml" Id="Rd61b6a854f994fb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8bfa5c5f2b4b6e" /><Relationship Type="http://schemas.openxmlformats.org/officeDocument/2006/relationships/chart" Target="/ppt/slides/charts/chart11.xml" Id="R0f2722e968014b1f" /><Relationship Type="http://schemas.openxmlformats.org/officeDocument/2006/relationships/notesSlide" Target="/ppt/notesSlides/notesSlide23.xml" Id="Rf3707e0211de43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da9ae78434ad9" /><Relationship Type="http://schemas.openxmlformats.org/officeDocument/2006/relationships/chart" Target="/ppt/slides/charts/chart12.xml" Id="R7654f418062a41fd" /><Relationship Type="http://schemas.openxmlformats.org/officeDocument/2006/relationships/notesSlide" Target="/ppt/notesSlides/notesSlide24.xml" Id="R93fbc66304f34e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e3b4667f4746ee" /><Relationship Type="http://schemas.openxmlformats.org/officeDocument/2006/relationships/chart" Target="/ppt/slides/charts/chart13.xml" Id="Rd8e9448b5a7e4fc7" /><Relationship Type="http://schemas.openxmlformats.org/officeDocument/2006/relationships/notesSlide" Target="/ppt/notesSlides/notesSlide25.xml" Id="Rb37d6f7c9e78437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e8e89f876441e" /><Relationship Type="http://schemas.openxmlformats.org/officeDocument/2006/relationships/chart" Target="/ppt/slides/charts/chart14.xml" Id="R0ed2bf9f7f384ed1" /><Relationship Type="http://schemas.openxmlformats.org/officeDocument/2006/relationships/notesSlide" Target="/ppt/notesSlides/notesSlide26.xml" Id="Rcd253fc098434fd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38356f45c94200" /><Relationship Type="http://schemas.openxmlformats.org/officeDocument/2006/relationships/notesSlide" Target="/ppt/notesSlides/notesSlide27.xml" Id="Rd9d5443670dc497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7b8c0389d4596" /><Relationship Type="http://schemas.openxmlformats.org/officeDocument/2006/relationships/notesSlide" Target="/ppt/notesSlides/notesSlide28.xml" Id="R7c1a4371e11b416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edbbb5d184567" /><Relationship Type="http://schemas.openxmlformats.org/officeDocument/2006/relationships/chart" Target="/ppt/slides/charts/chart15.xml" Id="Rff66a38877b34b16" /><Relationship Type="http://schemas.openxmlformats.org/officeDocument/2006/relationships/chart" Target="/ppt/slides/charts/chart16.xml" Id="Ra472f97ebe6840ff" /><Relationship Type="http://schemas.openxmlformats.org/officeDocument/2006/relationships/notesSlide" Target="/ppt/notesSlides/notesSlide29.xml" Id="Re23bd799208a4d5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b973fbc7384c82" /><Relationship Type="http://schemas.openxmlformats.org/officeDocument/2006/relationships/notesSlide" Target="/ppt/notesSlides/notesSlide30.xml" Id="R33e108d7869f47a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90e437f3d4580" /><Relationship Type="http://schemas.openxmlformats.org/officeDocument/2006/relationships/chart" Target="/ppt/slides/charts/chart17.xml" Id="R89c85ec783894c3d" /><Relationship Type="http://schemas.openxmlformats.org/officeDocument/2006/relationships/notesSlide" Target="/ppt/notesSlides/notesSlide31.xml" Id="Rc9fa9372c9914a7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1d4adbc26248fe" /><Relationship Type="http://schemas.openxmlformats.org/officeDocument/2006/relationships/image" Target="/ppt/media/image.jpeg" Id="Rd559699c406d46d7" /><Relationship Type="http://schemas.openxmlformats.org/officeDocument/2006/relationships/notesSlide" Target="/ppt/notesSlides/notesSlide32.xml" Id="R9e56252a45704cb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7d918d63f4283" /><Relationship Type="http://schemas.openxmlformats.org/officeDocument/2006/relationships/image" Target="/ppt/media/image2.jpeg" Id="R4d3beb655e9e4926" /><Relationship Type="http://schemas.openxmlformats.org/officeDocument/2006/relationships/notesSlide" Target="/ppt/notesSlides/notesSlide33.xml" Id="R64bcc950f57f41b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d7916727494cc9" /><Relationship Type="http://schemas.openxmlformats.org/officeDocument/2006/relationships/image" Target="/ppt/media/image3.jpeg" Id="R21294e8974f54c2e" /><Relationship Type="http://schemas.openxmlformats.org/officeDocument/2006/relationships/notesSlide" Target="/ppt/notesSlides/notesSlide34.xml" Id="R1d8293186dc54a9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d56182bf645af" /><Relationship Type="http://schemas.openxmlformats.org/officeDocument/2006/relationships/image" Target="/ppt/media/image4.jpeg" Id="Ra26a8ff3e7104512" /><Relationship Type="http://schemas.openxmlformats.org/officeDocument/2006/relationships/notesSlide" Target="/ppt/notesSlides/notesSlide35.xml" Id="R5b014e35031b48a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38addce204ea0" /><Relationship Type="http://schemas.openxmlformats.org/officeDocument/2006/relationships/image" Target="/ppt/media/image5.jpeg" Id="Re5316cfc20bc49ed" /><Relationship Type="http://schemas.openxmlformats.org/officeDocument/2006/relationships/notesSlide" Target="/ppt/notesSlides/notesSlide36.xml" Id="R2514c4f89984416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2eb75507e4831" /><Relationship Type="http://schemas.openxmlformats.org/officeDocument/2006/relationships/notesSlide" Target="/ppt/notesSlides/notesSlide37.xml" Id="R5ff156fe9425454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False defect alerts / all normal images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Unchanged v1</c:v>
          </c:tx>
          <c:spPr>
            <a:solidFill xmlns:a="http://schemas.openxmlformats.org/drawingml/2006/main">
              <a:srgbClr val="7B8490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candle replay</c:v>
                </c:pt>
                <c:pt idx="1">
                  <c:v>cashew replay</c:v>
                </c:pt>
                <c:pt idx="2">
                  <c:v>pcb1 development</c:v>
                </c:pt>
                <c:pt idx="3">
                  <c:v>pcb1 final</c:v>
                </c:pt>
                <c:pt idx="4">
                  <c:v>capsules development</c:v>
                </c:pt>
                <c:pt idx="5">
                  <c:v>capsules final</c:v>
                </c:pt>
                <c:pt idx="6">
                  <c:v>chewinggum development</c:v>
                </c:pt>
                <c:pt idx="7">
                  <c:v>chewinggum final</c:v>
                </c:pt>
              </c:strCache>
            </c:strRef>
          </c:cat>
          <c:val>
            <c:numRef>
              <c:f>'Chart Data'!$B$2:$B$9</c:f>
              <c:numCache>
                <c:formatCode>0.0%</c:formatCode>
                <c:ptCount val="8"/>
                <c:pt idx="0">
                  <c:v>0.03</c:v>
                </c:pt>
                <c:pt idx="1">
                  <c:v>0.04</c:v>
                </c:pt>
                <c:pt idx="2">
                  <c:v>0.06</c:v>
                </c:pt>
                <c:pt idx="3">
                  <c:v>0.12</c:v>
                </c:pt>
                <c:pt idx="4">
                  <c:v>0.033333</c:v>
                </c:pt>
                <c:pt idx="5">
                  <c:v>0</c:v>
                </c:pt>
                <c:pt idx="6">
                  <c:v>0</c:v>
                </c:pt>
                <c:pt idx="7">
                  <c:v>0.12</c:v>
                </c:pt>
              </c:numCache>
            </c:numRef>
          </c:val>
        </c:ser>
        <c:ser>
          <c:idx val="1"/>
          <c:order val="1"/>
          <c:tx>
            <c:v>Fixed primary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Data'!$C$2:$C$9</c:f>
              <c:strCache>
                <c:ptCount val="8"/>
                <c:pt idx="0">
                  <c:v>candle replay</c:v>
                </c:pt>
                <c:pt idx="1">
                  <c:v>cashew replay</c:v>
                </c:pt>
                <c:pt idx="2">
                  <c:v>pcb1 development</c:v>
                </c:pt>
                <c:pt idx="3">
                  <c:v>pcb1 final</c:v>
                </c:pt>
                <c:pt idx="4">
                  <c:v>capsules development</c:v>
                </c:pt>
                <c:pt idx="5">
                  <c:v>capsules final</c:v>
                </c:pt>
                <c:pt idx="6">
                  <c:v>chewinggum development</c:v>
                </c:pt>
                <c:pt idx="7">
                  <c:v>chewinggum final</c:v>
                </c:pt>
              </c:strCache>
            </c:strRef>
          </c:cat>
          <c:val>
            <c:numRef>
              <c:f>'Chart Data'!$D$2:$D$9</c:f>
              <c:numCache>
                <c:formatCode>0.0%</c:formatCode>
                <c:ptCount val="8"/>
                <c:pt idx="0">
                  <c:v>0.06</c:v>
                </c:pt>
                <c:pt idx="1">
                  <c:v>0</c:v>
                </c:pt>
                <c:pt idx="2">
                  <c:v>0.12</c:v>
                </c:pt>
                <c:pt idx="3">
                  <c:v>0.18</c:v>
                </c:pt>
                <c:pt idx="4">
                  <c:v>0.066667</c:v>
                </c:pt>
                <c:pt idx="5">
                  <c:v>0.033333</c:v>
                </c:pt>
                <c:pt idx="6">
                  <c:v>0.04</c:v>
                </c:pt>
                <c:pt idx="7">
                  <c:v>0.16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Image score and frozen raw-threshold behavior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Data'!$B$2:$B$12</c:f>
              <c:numCache>
                <c:formatCode>0.000</c:formatCode>
                <c:ptCount val="11"/>
                <c:pt idx="0">
                  <c:v>0.9005</c:v>
                </c:pt>
                <c:pt idx="1">
                  <c:v>0.7575</c:v>
                </c:pt>
                <c:pt idx="2">
                  <c:v>0.9566</c:v>
                </c:pt>
                <c:pt idx="3">
                  <c:v>0.9489</c:v>
                </c:pt>
                <c:pt idx="4">
                  <c:v>0.9441</c:v>
                </c:pt>
                <c:pt idx="5">
                  <c:v>0.9476</c:v>
                </c:pt>
                <c:pt idx="6">
                  <c:v>0.9298</c:v>
                </c:pt>
                <c:pt idx="7">
                  <c:v>0.9519</c:v>
                </c:pt>
                <c:pt idx="8">
                  <c:v>0.9373</c:v>
                </c:pt>
                <c:pt idx="9">
                  <c:v>0.9273</c:v>
                </c:pt>
                <c:pt idx="10">
                  <c:v>0.9375</c:v>
                </c:pt>
              </c:numCache>
            </c:numRef>
          </c:val>
        </c:ser>
        <c:ser>
          <c:idx val="1"/>
          <c:order val="1"/>
          <c:tx>
            <c:v>Raw defect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Data'!$D$2:$D$12</c:f>
              <c:numCache>
                <c:formatCode>0.000</c:formatCode>
                <c:ptCount val="11"/>
                <c:pt idx="0">
                  <c:v>0.42</c:v>
                </c:pt>
                <c:pt idx="1">
                  <c:v>0.16</c:v>
                </c:pt>
                <c:pt idx="2">
                  <c:v>0.69</c:v>
                </c:pt>
                <c:pt idx="3">
                  <c:v>0.69</c:v>
                </c:pt>
                <c:pt idx="4">
                  <c:v>0.71</c:v>
                </c:pt>
                <c:pt idx="5">
                  <c:v>0.75</c:v>
                </c:pt>
                <c:pt idx="6">
                  <c:v>0.64</c:v>
                </c:pt>
                <c:pt idx="7">
                  <c:v>0.72</c:v>
                </c:pt>
                <c:pt idx="8">
                  <c:v>0.73</c:v>
                </c:pt>
                <c:pt idx="9">
                  <c:v>0.7</c:v>
                </c:pt>
                <c:pt idx="10">
                  <c:v>0.7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Data'!$F$2:$F$12</c:f>
              <c:numCache>
                <c:formatCode>0.000</c:formatCode>
                <c:ptCount val="11"/>
                <c:pt idx="0">
                  <c:v>0.03</c:v>
                </c:pt>
                <c:pt idx="1">
                  <c:v>0.04</c:v>
                </c:pt>
                <c:pt idx="2">
                  <c:v>0.03</c:v>
                </c:pt>
                <c:pt idx="3">
                  <c:v>0.03</c:v>
                </c:pt>
                <c:pt idx="4">
                  <c:v>0.04</c:v>
                </c:pt>
                <c:pt idx="5">
                  <c:v>0.06</c:v>
                </c:pt>
                <c:pt idx="6">
                  <c:v>0.03</c:v>
                </c:pt>
                <c:pt idx="7">
                  <c:v>0.03</c:v>
                </c:pt>
                <c:pt idx="8">
                  <c:v>0.06</c:v>
                </c:pt>
                <c:pt idx="9">
                  <c:v>0.04</c:v>
                </c:pt>
                <c:pt idx="10">
                  <c:v>0.05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Image score and frozen raw-threshold behavior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Data'!$B$2:$B$12</c:f>
              <c:numCache>
                <c:formatCode>0.000</c:formatCode>
                <c:ptCount val="11"/>
                <c:pt idx="0">
                  <c:v>0.9476</c:v>
                </c:pt>
                <c:pt idx="1">
                  <c:v>0.5964</c:v>
                </c:pt>
                <c:pt idx="2">
                  <c:v>0.96</c:v>
                </c:pt>
                <c:pt idx="3">
                  <c:v>0.9512</c:v>
                </c:pt>
                <c:pt idx="4">
                  <c:v>0.965</c:v>
                </c:pt>
                <c:pt idx="5">
                  <c:v>0.9606</c:v>
                </c:pt>
                <c:pt idx="6">
                  <c:v>0.9564</c:v>
                </c:pt>
                <c:pt idx="7">
                  <c:v>0.9582</c:v>
                </c:pt>
                <c:pt idx="8">
                  <c:v>0.9636</c:v>
                </c:pt>
                <c:pt idx="9">
                  <c:v>0.9488</c:v>
                </c:pt>
                <c:pt idx="10">
                  <c:v>0.9478</c:v>
                </c:pt>
              </c:numCache>
            </c:numRef>
          </c:val>
        </c:ser>
        <c:ser>
          <c:idx val="1"/>
          <c:order val="1"/>
          <c:tx>
            <c:v>Raw defect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Data'!$D$2:$D$12</c:f>
              <c:numCache>
                <c:formatCode>0.000</c:formatCode>
                <c:ptCount val="11"/>
                <c:pt idx="0">
                  <c:v>0.7</c:v>
                </c:pt>
                <c:pt idx="1">
                  <c:v>0.05</c:v>
                </c:pt>
                <c:pt idx="2">
                  <c:v>0.77</c:v>
                </c:pt>
                <c:pt idx="3">
                  <c:v>0.73</c:v>
                </c:pt>
                <c:pt idx="4">
                  <c:v>0.75</c:v>
                </c:pt>
                <c:pt idx="5">
                  <c:v>0.77</c:v>
                </c:pt>
                <c:pt idx="6">
                  <c:v>0.72</c:v>
                </c:pt>
                <c:pt idx="7">
                  <c:v>0.74</c:v>
                </c:pt>
                <c:pt idx="8">
                  <c:v>0.74</c:v>
                </c:pt>
                <c:pt idx="9">
                  <c:v>0.73</c:v>
                </c:pt>
                <c:pt idx="10">
                  <c:v>0.76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Data'!$F$2:$F$12</c:f>
              <c:numCache>
                <c:formatCode>0.000</c:formatCode>
                <c:ptCount val="11"/>
                <c:pt idx="0">
                  <c:v>0.04</c:v>
                </c:pt>
                <c:pt idx="1">
                  <c:v>0.06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0.02</c:v>
                </c:pt>
                <c:pt idx="6">
                  <c:v>0</c:v>
                </c:pt>
                <c:pt idx="7">
                  <c:v>0</c:v>
                </c:pt>
                <c:pt idx="8">
                  <c:v>0.02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Image score and frozen raw-threshold behavior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Data'!$B$2:$B$12</c:f>
              <c:numCache>
                <c:formatCode>0.000</c:formatCode>
                <c:ptCount val="11"/>
                <c:pt idx="0">
                  <c:v>0.8932</c:v>
                </c:pt>
                <c:pt idx="1">
                  <c:v>0.7916</c:v>
                </c:pt>
                <c:pt idx="2">
                  <c:v>0.9112</c:v>
                </c:pt>
                <c:pt idx="3">
                  <c:v>0.9176</c:v>
                </c:pt>
                <c:pt idx="4">
                  <c:v>0.9172</c:v>
                </c:pt>
                <c:pt idx="5">
                  <c:v>0.874</c:v>
                </c:pt>
                <c:pt idx="6">
                  <c:v>0.8856</c:v>
                </c:pt>
                <c:pt idx="7">
                  <c:v>0.9248</c:v>
                </c:pt>
                <c:pt idx="8">
                  <c:v>0.8912</c:v>
                </c:pt>
                <c:pt idx="9">
                  <c:v>0.908</c:v>
                </c:pt>
                <c:pt idx="10">
                  <c:v>0.92</c:v>
                </c:pt>
              </c:numCache>
            </c:numRef>
          </c:val>
        </c:ser>
        <c:ser>
          <c:idx val="1"/>
          <c:order val="1"/>
          <c:tx>
            <c:v>Raw defect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Data'!$D$2:$D$12</c:f>
              <c:numCache>
                <c:formatCode>0.000</c:formatCode>
                <c:ptCount val="11"/>
                <c:pt idx="0">
                  <c:v>0.6</c:v>
                </c:pt>
                <c:pt idx="1">
                  <c:v>0.24</c:v>
                </c:pt>
                <c:pt idx="2">
                  <c:v>0.66</c:v>
                </c:pt>
                <c:pt idx="3">
                  <c:v>0.68</c:v>
                </c:pt>
                <c:pt idx="4">
                  <c:v>0.64</c:v>
                </c:pt>
                <c:pt idx="5">
                  <c:v>0.74</c:v>
                </c:pt>
                <c:pt idx="6">
                  <c:v>0.7</c:v>
                </c:pt>
                <c:pt idx="7">
                  <c:v>0.62</c:v>
                </c:pt>
                <c:pt idx="8">
                  <c:v>0.6</c:v>
                </c:pt>
                <c:pt idx="9">
                  <c:v>0.66</c:v>
                </c:pt>
                <c:pt idx="10">
                  <c:v>0.66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Data'!$F$2:$F$12</c:f>
              <c:numCache>
                <c:formatCode>0.000</c:formatCode>
                <c:ptCount val="11"/>
                <c:pt idx="0">
                  <c:v>0.06</c:v>
                </c:pt>
                <c:pt idx="1">
                  <c:v>0.04</c:v>
                </c:pt>
                <c:pt idx="2">
                  <c:v>0.12</c:v>
                </c:pt>
                <c:pt idx="3">
                  <c:v>0.06</c:v>
                </c:pt>
                <c:pt idx="4">
                  <c:v>0.08</c:v>
                </c:pt>
                <c:pt idx="5">
                  <c:v>0.12</c:v>
                </c:pt>
                <c:pt idx="6">
                  <c:v>0.08</c:v>
                </c:pt>
                <c:pt idx="7">
                  <c:v>0.1</c:v>
                </c:pt>
                <c:pt idx="8">
                  <c:v>0.08</c:v>
                </c:pt>
                <c:pt idx="9">
                  <c:v>0.06</c:v>
                </c:pt>
                <c:pt idx="10">
                  <c:v>0.06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Image score and frozen raw-threshold behavior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Data'!$B$2:$B$12</c:f>
              <c:numCache>
                <c:formatCode>0.000</c:formatCode>
                <c:ptCount val="11"/>
                <c:pt idx="0">
                  <c:v>0.8488</c:v>
                </c:pt>
                <c:pt idx="1">
                  <c:v>0.7848</c:v>
                </c:pt>
                <c:pt idx="2">
                  <c:v>0.878</c:v>
                </c:pt>
                <c:pt idx="3">
                  <c:v>0.8688</c:v>
                </c:pt>
                <c:pt idx="4">
                  <c:v>0.8916</c:v>
                </c:pt>
                <c:pt idx="5">
                  <c:v>0.8792</c:v>
                </c:pt>
                <c:pt idx="6">
                  <c:v>0.8512</c:v>
                </c:pt>
                <c:pt idx="7">
                  <c:v>0.8856</c:v>
                </c:pt>
                <c:pt idx="8">
                  <c:v>0.8596</c:v>
                </c:pt>
                <c:pt idx="9">
                  <c:v>0.8556</c:v>
                </c:pt>
                <c:pt idx="10">
                  <c:v>0.8608</c:v>
                </c:pt>
              </c:numCache>
            </c:numRef>
          </c:val>
        </c:ser>
        <c:ser>
          <c:idx val="1"/>
          <c:order val="1"/>
          <c:tx>
            <c:v>Raw defect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Data'!$D$2:$D$12</c:f>
              <c:numCache>
                <c:formatCode>0.000</c:formatCode>
                <c:ptCount val="11"/>
                <c:pt idx="0">
                  <c:v>0.58</c:v>
                </c:pt>
                <c:pt idx="1">
                  <c:v>0.2</c:v>
                </c:pt>
                <c:pt idx="2">
                  <c:v>0.76</c:v>
                </c:pt>
                <c:pt idx="3">
                  <c:v>0.66</c:v>
                </c:pt>
                <c:pt idx="4">
                  <c:v>0.68</c:v>
                </c:pt>
                <c:pt idx="5">
                  <c:v>0.72</c:v>
                </c:pt>
                <c:pt idx="6">
                  <c:v>0.68</c:v>
                </c:pt>
                <c:pt idx="7">
                  <c:v>0.72</c:v>
                </c:pt>
                <c:pt idx="8">
                  <c:v>0.6</c:v>
                </c:pt>
                <c:pt idx="9">
                  <c:v>0.66</c:v>
                </c:pt>
                <c:pt idx="10">
                  <c:v>0.64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Data'!$F$2:$F$12</c:f>
              <c:numCache>
                <c:formatCode>0.000</c:formatCode>
                <c:ptCount val="11"/>
                <c:pt idx="0">
                  <c:v>0.12</c:v>
                </c:pt>
                <c:pt idx="1">
                  <c:v>0.08</c:v>
                </c:pt>
                <c:pt idx="2">
                  <c:v>0.16</c:v>
                </c:pt>
                <c:pt idx="3">
                  <c:v>0.1</c:v>
                </c:pt>
                <c:pt idx="4">
                  <c:v>0.1</c:v>
                </c:pt>
                <c:pt idx="5">
                  <c:v>0.14</c:v>
                </c:pt>
                <c:pt idx="6">
                  <c:v>0.08</c:v>
                </c:pt>
                <c:pt idx="7">
                  <c:v>0.1</c:v>
                </c:pt>
                <c:pt idx="8">
                  <c:v>0.12</c:v>
                </c:pt>
                <c:pt idx="9">
                  <c:v>0.1</c:v>
                </c:pt>
                <c:pt idx="10">
                  <c:v>0.06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Image score and frozen raw-threshold behavior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Data'!$B$2:$B$12</c:f>
              <c:numCache>
                <c:formatCode>0.000</c:formatCode>
                <c:ptCount val="11"/>
                <c:pt idx="0">
                  <c:v>0.702667</c:v>
                </c:pt>
                <c:pt idx="1">
                  <c:v>0.608667</c:v>
                </c:pt>
                <c:pt idx="2">
                  <c:v>0.668</c:v>
                </c:pt>
                <c:pt idx="3">
                  <c:v>0.68</c:v>
                </c:pt>
                <c:pt idx="4">
                  <c:v>0.659333</c:v>
                </c:pt>
                <c:pt idx="5">
                  <c:v>0.688</c:v>
                </c:pt>
                <c:pt idx="6">
                  <c:v>0.672667</c:v>
                </c:pt>
                <c:pt idx="7">
                  <c:v>0.672</c:v>
                </c:pt>
                <c:pt idx="8">
                  <c:v>0.659333</c:v>
                </c:pt>
                <c:pt idx="9">
                  <c:v>0.674667</c:v>
                </c:pt>
                <c:pt idx="10">
                  <c:v>0.701333</c:v>
                </c:pt>
              </c:numCache>
            </c:numRef>
          </c:val>
        </c:ser>
        <c:ser>
          <c:idx val="1"/>
          <c:order val="1"/>
          <c:tx>
            <c:v>Raw defect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Data'!$D$2:$D$12</c:f>
              <c:numCache>
                <c:formatCode>0.000</c:formatCode>
                <c:ptCount val="11"/>
                <c:pt idx="0">
                  <c:v>0.32</c:v>
                </c:pt>
                <c:pt idx="1">
                  <c:v>0.1</c:v>
                </c:pt>
                <c:pt idx="2">
                  <c:v>0.28</c:v>
                </c:pt>
                <c:pt idx="3">
                  <c:v>0.28</c:v>
                </c:pt>
                <c:pt idx="4">
                  <c:v>0.2</c:v>
                </c:pt>
                <c:pt idx="5">
                  <c:v>0.32</c:v>
                </c:pt>
                <c:pt idx="6">
                  <c:v>0.32</c:v>
                </c:pt>
                <c:pt idx="7">
                  <c:v>0.26</c:v>
                </c:pt>
                <c:pt idx="8">
                  <c:v>0.38</c:v>
                </c:pt>
                <c:pt idx="9">
                  <c:v>0.22</c:v>
                </c:pt>
                <c:pt idx="10">
                  <c:v>0.26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Data'!$F$2:$F$12</c:f>
              <c:numCache>
                <c:formatCode>0.000</c:formatCode>
                <c:ptCount val="11"/>
                <c:pt idx="0">
                  <c:v>0.033333</c:v>
                </c:pt>
                <c:pt idx="1">
                  <c:v>0.066667</c:v>
                </c:pt>
                <c:pt idx="2">
                  <c:v>0.066667</c:v>
                </c:pt>
                <c:pt idx="3">
                  <c:v>0.066667</c:v>
                </c:pt>
                <c:pt idx="4">
                  <c:v>0.033333</c:v>
                </c:pt>
                <c:pt idx="5">
                  <c:v>0.033333</c:v>
                </c:pt>
                <c:pt idx="6">
                  <c:v>0.1</c:v>
                </c:pt>
                <c:pt idx="7">
                  <c:v>0.066667</c:v>
                </c:pt>
                <c:pt idx="8">
                  <c:v>0.133333</c:v>
                </c:pt>
                <c:pt idx="9">
                  <c:v>0.033333</c:v>
                </c:pt>
                <c:pt idx="10">
                  <c:v>0.066667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Image score and frozen raw-threshold behavior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Data'!$B$2:$B$12</c:f>
              <c:numCache>
                <c:formatCode>0.000</c:formatCode>
                <c:ptCount val="11"/>
                <c:pt idx="0">
                  <c:v>0.723333</c:v>
                </c:pt>
                <c:pt idx="1">
                  <c:v>0.565333</c:v>
                </c:pt>
                <c:pt idx="2">
                  <c:v>0.671333</c:v>
                </c:pt>
                <c:pt idx="3">
                  <c:v>0.681333</c:v>
                </c:pt>
                <c:pt idx="4">
                  <c:v>0.754</c:v>
                </c:pt>
                <c:pt idx="5">
                  <c:v>0.692667</c:v>
                </c:pt>
                <c:pt idx="6">
                  <c:v>0.706667</c:v>
                </c:pt>
                <c:pt idx="7">
                  <c:v>0.674667</c:v>
                </c:pt>
                <c:pt idx="8">
                  <c:v>0.725333</c:v>
                </c:pt>
                <c:pt idx="9">
                  <c:v>0.720667</c:v>
                </c:pt>
                <c:pt idx="10">
                  <c:v>0.656667</c:v>
                </c:pt>
              </c:numCache>
            </c:numRef>
          </c:val>
        </c:ser>
        <c:ser>
          <c:idx val="1"/>
          <c:order val="1"/>
          <c:tx>
            <c:v>Raw defect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Data'!$D$2:$D$12</c:f>
              <c:numCache>
                <c:formatCode>0.000</c:formatCode>
                <c:ptCount val="11"/>
                <c:pt idx="0">
                  <c:v>0.32</c:v>
                </c:pt>
                <c:pt idx="1">
                  <c:v>0.18</c:v>
                </c:pt>
                <c:pt idx="2">
                  <c:v>0.32</c:v>
                </c:pt>
                <c:pt idx="3">
                  <c:v>0.34</c:v>
                </c:pt>
                <c:pt idx="4">
                  <c:v>0.26</c:v>
                </c:pt>
                <c:pt idx="5">
                  <c:v>0.36</c:v>
                </c:pt>
                <c:pt idx="6">
                  <c:v>0.32</c:v>
                </c:pt>
                <c:pt idx="7">
                  <c:v>0.34</c:v>
                </c:pt>
                <c:pt idx="8">
                  <c:v>0.38</c:v>
                </c:pt>
                <c:pt idx="9">
                  <c:v>0.28</c:v>
                </c:pt>
                <c:pt idx="10">
                  <c:v>0.28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Data'!$F$2:$F$12</c:f>
              <c:numCache>
                <c:formatCode>0.000</c:formatCode>
                <c:ptCount val="11"/>
                <c:pt idx="0">
                  <c:v>0</c:v>
                </c:pt>
                <c:pt idx="1">
                  <c:v>0.133333</c:v>
                </c:pt>
                <c:pt idx="2">
                  <c:v>0.033333</c:v>
                </c:pt>
                <c:pt idx="3">
                  <c:v>0.033333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0.033333</c:v>
                </c:pt>
                <c:pt idx="8">
                  <c:v>0.033333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Image score and frozen raw-threshold behavior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Data'!$B$2:$B$12</c:f>
              <c:numCache>
                <c:formatCode>0.000</c:formatCode>
                <c:ptCount val="11"/>
                <c:pt idx="0">
                  <c:v>0.968</c:v>
                </c:pt>
                <c:pt idx="1">
                  <c:v>0.552</c:v>
                </c:pt>
                <c:pt idx="2">
                  <c:v>0.9912</c:v>
                </c:pt>
                <c:pt idx="3">
                  <c:v>0.992</c:v>
                </c:pt>
                <c:pt idx="4">
                  <c:v>0.9904</c:v>
                </c:pt>
                <c:pt idx="5">
                  <c:v>0.9864</c:v>
                </c:pt>
                <c:pt idx="6">
                  <c:v>0.9984</c:v>
                </c:pt>
                <c:pt idx="7">
                  <c:v>0.992</c:v>
                </c:pt>
                <c:pt idx="8">
                  <c:v>0.9808</c:v>
                </c:pt>
                <c:pt idx="9">
                  <c:v>0.988</c:v>
                </c:pt>
                <c:pt idx="10">
                  <c:v>0.9936</c:v>
                </c:pt>
              </c:numCache>
            </c:numRef>
          </c:val>
        </c:ser>
        <c:ser>
          <c:idx val="1"/>
          <c:order val="1"/>
          <c:tx>
            <c:v>Raw defect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Data'!$D$2:$D$12</c:f>
              <c:numCache>
                <c:formatCode>0.000</c:formatCode>
                <c:ptCount val="11"/>
                <c:pt idx="0">
                  <c:v>0.96</c:v>
                </c:pt>
                <c:pt idx="1">
                  <c:v>0.02</c:v>
                </c:pt>
                <c:pt idx="2">
                  <c:v>0.98</c:v>
                </c:pt>
                <c:pt idx="3">
                  <c:v>0.98</c:v>
                </c:pt>
                <c:pt idx="4">
                  <c:v>0.96</c:v>
                </c:pt>
                <c:pt idx="5">
                  <c:v>0.94</c:v>
                </c:pt>
                <c:pt idx="6">
                  <c:v>0.96</c:v>
                </c:pt>
                <c:pt idx="7">
                  <c:v>0.98</c:v>
                </c:pt>
                <c:pt idx="8">
                  <c:v>0.96</c:v>
                </c:pt>
                <c:pt idx="9">
                  <c:v>0.96</c:v>
                </c:pt>
                <c:pt idx="10">
                  <c:v>0.96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Data'!$F$2:$F$12</c:f>
              <c:numCache>
                <c:formatCode>0.000</c:formatCode>
                <c:ptCount val="11"/>
                <c:pt idx="0">
                  <c:v>0</c:v>
                </c:pt>
                <c:pt idx="1">
                  <c:v>0.04</c:v>
                </c:pt>
                <c:pt idx="2">
                  <c:v>0.04</c:v>
                </c:pt>
                <c:pt idx="3">
                  <c:v>0.12</c:v>
                </c:pt>
                <c:pt idx="4">
                  <c:v>0</c:v>
                </c:pt>
                <c:pt idx="5">
                  <c:v>0</c:v>
                </c:pt>
                <c:pt idx="6">
                  <c:v>0.04</c:v>
                </c:pt>
                <c:pt idx="7">
                  <c:v>0.04</c:v>
                </c:pt>
                <c:pt idx="8">
                  <c:v>0.08</c:v>
                </c:pt>
                <c:pt idx="9">
                  <c:v>0.12</c:v>
                </c:pt>
                <c:pt idx="10">
                  <c:v>0.04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Image score and frozen raw-threshold behavior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Data'!$B$2:$B$12</c:f>
              <c:numCache>
                <c:formatCode>0.000</c:formatCode>
                <c:ptCount val="11"/>
                <c:pt idx="0">
                  <c:v>0.984</c:v>
                </c:pt>
                <c:pt idx="1">
                  <c:v>0.5736</c:v>
                </c:pt>
                <c:pt idx="2">
                  <c:v>0.9736</c:v>
                </c:pt>
                <c:pt idx="3">
                  <c:v>0.9744</c:v>
                </c:pt>
                <c:pt idx="4">
                  <c:v>0.9944</c:v>
                </c:pt>
                <c:pt idx="5">
                  <c:v>0.9848</c:v>
                </c:pt>
                <c:pt idx="6">
                  <c:v>0.984</c:v>
                </c:pt>
                <c:pt idx="7">
                  <c:v>0.9712</c:v>
                </c:pt>
                <c:pt idx="8">
                  <c:v>0.9768</c:v>
                </c:pt>
                <c:pt idx="9">
                  <c:v>0.984</c:v>
                </c:pt>
                <c:pt idx="10">
                  <c:v>0.988</c:v>
                </c:pt>
              </c:numCache>
            </c:numRef>
          </c:val>
        </c:ser>
        <c:ser>
          <c:idx val="1"/>
          <c:order val="1"/>
          <c:tx>
            <c:v>Raw defect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Data'!$D$2:$D$12</c:f>
              <c:numCache>
                <c:formatCode>0.000</c:formatCode>
                <c:ptCount val="11"/>
                <c:pt idx="0">
                  <c:v>0.94</c:v>
                </c:pt>
                <c:pt idx="1">
                  <c:v>0.06</c:v>
                </c:pt>
                <c:pt idx="2">
                  <c:v>0.96</c:v>
                </c:pt>
                <c:pt idx="3">
                  <c:v>0.96</c:v>
                </c:pt>
                <c:pt idx="4">
                  <c:v>0.94</c:v>
                </c:pt>
                <c:pt idx="5">
                  <c:v>0.96</c:v>
                </c:pt>
                <c:pt idx="6">
                  <c:v>0.94</c:v>
                </c:pt>
                <c:pt idx="7">
                  <c:v>0.96</c:v>
                </c:pt>
                <c:pt idx="8">
                  <c:v>0.94</c:v>
                </c:pt>
                <c:pt idx="9">
                  <c:v>0.96</c:v>
                </c:pt>
                <c:pt idx="10">
                  <c:v>0.98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Data'!$E$2:$E$12</c:f>
              <c:strCache>
                <c:ptCount val="11"/>
                <c:pt idx="0">
                  <c:v>Unchanged v1</c:v>
                </c:pt>
                <c:pt idx="1">
                  <c:v>Classical CV5</c:v>
                </c:pt>
                <c:pt idx="2">
                  <c:v>128 region (primary)</c:v>
                </c:pt>
                <c:pt idx="3">
                  <c:v>128 max</c:v>
                </c:pt>
                <c:pt idx="4">
                  <c:v>128 pose</c:v>
                </c:pt>
                <c:pt idx="5">
                  <c:v>128 seed20261025</c:v>
                </c:pt>
                <c:pt idx="6">
                  <c:v>128 seed20261026</c:v>
                </c:pt>
                <c:pt idx="7">
                  <c:v>128 top4</c:v>
                </c:pt>
                <c:pt idx="8">
                  <c:v>512 max</c:v>
                </c:pt>
                <c:pt idx="9">
                  <c:v>512 seed20261025</c:v>
                </c:pt>
                <c:pt idx="10">
                  <c:v>512 seed20261026</c:v>
                </c:pt>
              </c:strCache>
            </c:strRef>
          </c:cat>
          <c:val>
            <c:numRef>
              <c:f>'Chart Data'!$F$2:$F$12</c:f>
              <c:numCache>
                <c:formatCode>0.000</c:formatCode>
                <c:ptCount val="11"/>
                <c:pt idx="0">
                  <c:v>0.12</c:v>
                </c:pt>
                <c:pt idx="1">
                  <c:v>0</c:v>
                </c:pt>
                <c:pt idx="2">
                  <c:v>0.16</c:v>
                </c:pt>
                <c:pt idx="3">
                  <c:v>0.16</c:v>
                </c:pt>
                <c:pt idx="4">
                  <c:v>0.08</c:v>
                </c:pt>
                <c:pt idx="5">
                  <c:v>0.08</c:v>
                </c:pt>
                <c:pt idx="6">
                  <c:v>0.08</c:v>
                </c:pt>
                <c:pt idx="7">
                  <c:v>0.12</c:v>
                </c:pt>
                <c:pt idx="8">
                  <c:v>0.08</c:v>
                </c:pt>
                <c:pt idx="9">
                  <c:v>0.12</c:v>
                </c:pt>
                <c:pt idx="10">
                  <c:v>0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Deterministic transformations of the same real cases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Data'!$B$2:$B$10</c:f>
              <c:numCache>
                <c:formatCode>0.000</c:formatCode>
                <c:ptCount val="9"/>
                <c:pt idx="0">
                  <c:v>0.9466</c:v>
                </c:pt>
                <c:pt idx="1">
                  <c:v>0.9405</c:v>
                </c:pt>
                <c:pt idx="2">
                  <c:v>0.9262</c:v>
                </c:pt>
                <c:pt idx="3">
                  <c:v>0.9492</c:v>
                </c:pt>
                <c:pt idx="4">
                  <c:v>0.9249</c:v>
                </c:pt>
                <c:pt idx="5">
                  <c:v>0.9398</c:v>
                </c:pt>
                <c:pt idx="6">
                  <c:v>0.9534</c:v>
                </c:pt>
                <c:pt idx="7">
                  <c:v>0.9511</c:v>
                </c:pt>
                <c:pt idx="8">
                  <c:v>0.4485</c:v>
                </c:pt>
              </c:numCache>
            </c:numRef>
          </c:val>
        </c:ser>
        <c:ser>
          <c:idx val="1"/>
          <c:order val="1"/>
          <c:tx>
            <c:v>Raw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Data'!$D$2:$D$10</c:f>
              <c:numCache>
                <c:formatCode>0.000</c:formatCode>
                <c:ptCount val="9"/>
                <c:pt idx="0">
                  <c:v>0.69</c:v>
                </c:pt>
                <c:pt idx="1">
                  <c:v>0.75</c:v>
                </c:pt>
                <c:pt idx="2">
                  <c:v>0.69</c:v>
                </c:pt>
                <c:pt idx="3">
                  <c:v>0.68</c:v>
                </c:pt>
                <c:pt idx="4">
                  <c:v>0.84</c:v>
                </c:pt>
                <c:pt idx="5">
                  <c:v>0.71</c:v>
                </c:pt>
                <c:pt idx="6">
                  <c:v>0.68</c:v>
                </c:pt>
                <c:pt idx="7">
                  <c:v>0.67</c:v>
                </c:pt>
                <c:pt idx="8">
                  <c:v>1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Data'!$F$2:$F$10</c:f>
              <c:numCache>
                <c:formatCode>0.000</c:formatCode>
                <c:ptCount val="9"/>
                <c:pt idx="0">
                  <c:v>0.03</c:v>
                </c:pt>
                <c:pt idx="1">
                  <c:v>0.03</c:v>
                </c:pt>
                <c:pt idx="2">
                  <c:v>0.02</c:v>
                </c:pt>
                <c:pt idx="3">
                  <c:v>0.04</c:v>
                </c:pt>
                <c:pt idx="4">
                  <c:v>0.1</c:v>
                </c:pt>
                <c:pt idx="5">
                  <c:v>0.07</c:v>
                </c:pt>
                <c:pt idx="6">
                  <c:v>0.03</c:v>
                </c:pt>
                <c:pt idx="7">
                  <c:v>0.03</c:v>
                </c:pt>
                <c:pt idx="8">
                  <c:v>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Deterministic transformations of the same real cases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Data'!$B$2:$B$10</c:f>
              <c:numCache>
                <c:formatCode>0.000</c:formatCode>
                <c:ptCount val="9"/>
                <c:pt idx="0">
                  <c:v>0.957</c:v>
                </c:pt>
                <c:pt idx="1">
                  <c:v>0.9612</c:v>
                </c:pt>
                <c:pt idx="2">
                  <c:v>0.9644</c:v>
                </c:pt>
                <c:pt idx="3">
                  <c:v>0.9608</c:v>
                </c:pt>
                <c:pt idx="4">
                  <c:v>0.9448</c:v>
                </c:pt>
                <c:pt idx="5">
                  <c:v>0.8724</c:v>
                </c:pt>
                <c:pt idx="6">
                  <c:v>0.9578</c:v>
                </c:pt>
                <c:pt idx="7">
                  <c:v>0.9406</c:v>
                </c:pt>
                <c:pt idx="8">
                  <c:v>0.7838</c:v>
                </c:pt>
              </c:numCache>
            </c:numRef>
          </c:val>
        </c:ser>
        <c:ser>
          <c:idx val="1"/>
          <c:order val="1"/>
          <c:tx>
            <c:v>Raw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Data'!$D$2:$D$10</c:f>
              <c:numCache>
                <c:formatCode>0.000</c:formatCode>
                <c:ptCount val="9"/>
                <c:pt idx="0">
                  <c:v>0.78</c:v>
                </c:pt>
                <c:pt idx="1">
                  <c:v>0.75</c:v>
                </c:pt>
                <c:pt idx="2">
                  <c:v>0.78</c:v>
                </c:pt>
                <c:pt idx="3">
                  <c:v>0.74</c:v>
                </c:pt>
                <c:pt idx="4">
                  <c:v>0.93</c:v>
                </c:pt>
                <c:pt idx="5">
                  <c:v>0.78</c:v>
                </c:pt>
                <c:pt idx="6">
                  <c:v>0.77</c:v>
                </c:pt>
                <c:pt idx="7">
                  <c:v>0.68</c:v>
                </c:pt>
                <c:pt idx="8">
                  <c:v>1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Data'!$F$2:$F$10</c:f>
              <c:numCache>
                <c:formatCode>0.000</c:formatCode>
                <c:ptCount val="9"/>
                <c:pt idx="0">
                  <c:v>0.02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0.18</c:v>
                </c:pt>
                <c:pt idx="5">
                  <c:v>0.22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Deterministic transformations of the same real cases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Data'!$B$2:$B$10</c:f>
              <c:numCache>
                <c:formatCode>0.000</c:formatCode>
                <c:ptCount val="9"/>
                <c:pt idx="0">
                  <c:v>0.864</c:v>
                </c:pt>
                <c:pt idx="1">
                  <c:v>0.8732</c:v>
                </c:pt>
                <c:pt idx="2">
                  <c:v>0.8756</c:v>
                </c:pt>
                <c:pt idx="3">
                  <c:v>0.8856</c:v>
                </c:pt>
                <c:pt idx="4">
                  <c:v>0.8736</c:v>
                </c:pt>
                <c:pt idx="5">
                  <c:v>0.8492</c:v>
                </c:pt>
                <c:pt idx="6">
                  <c:v>0.872</c:v>
                </c:pt>
                <c:pt idx="7">
                  <c:v>0.8152</c:v>
                </c:pt>
                <c:pt idx="8">
                  <c:v>0.4048</c:v>
                </c:pt>
              </c:numCache>
            </c:numRef>
          </c:val>
        </c:ser>
        <c:ser>
          <c:idx val="1"/>
          <c:order val="1"/>
          <c:tx>
            <c:v>Raw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Data'!$D$2:$D$10</c:f>
              <c:numCache>
                <c:formatCode>0.000</c:formatCode>
                <c:ptCount val="9"/>
                <c:pt idx="0">
                  <c:v>0.78</c:v>
                </c:pt>
                <c:pt idx="1">
                  <c:v>0.76</c:v>
                </c:pt>
                <c:pt idx="2">
                  <c:v>0.76</c:v>
                </c:pt>
                <c:pt idx="3">
                  <c:v>0.78</c:v>
                </c:pt>
                <c:pt idx="4">
                  <c:v>0.8</c:v>
                </c:pt>
                <c:pt idx="5">
                  <c:v>1</c:v>
                </c:pt>
                <c:pt idx="6">
                  <c:v>0.76</c:v>
                </c:pt>
                <c:pt idx="7">
                  <c:v>0.54</c:v>
                </c:pt>
                <c:pt idx="8">
                  <c:v>1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Data'!$F$2:$F$10</c:f>
              <c:numCache>
                <c:formatCode>0.000</c:formatCode>
                <c:ptCount val="9"/>
                <c:pt idx="0">
                  <c:v>0.2</c:v>
                </c:pt>
                <c:pt idx="1">
                  <c:v>0.14</c:v>
                </c:pt>
                <c:pt idx="2">
                  <c:v>0.18</c:v>
                </c:pt>
                <c:pt idx="3">
                  <c:v>0.16</c:v>
                </c:pt>
                <c:pt idx="4">
                  <c:v>0.2</c:v>
                </c:pt>
                <c:pt idx="5">
                  <c:v>0.94</c:v>
                </c:pt>
                <c:pt idx="6">
                  <c:v>0.14</c:v>
                </c:pt>
                <c:pt idx="7">
                  <c:v>0.16</c:v>
                </c:pt>
                <c:pt idx="8">
                  <c:v>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Deterministic transformations of the same real cases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Data'!$B$2:$B$10</c:f>
              <c:numCache>
                <c:formatCode>0.000</c:formatCode>
                <c:ptCount val="9"/>
                <c:pt idx="0">
                  <c:v>0.663333</c:v>
                </c:pt>
                <c:pt idx="1">
                  <c:v>0.690667</c:v>
                </c:pt>
                <c:pt idx="2">
                  <c:v>0.678667</c:v>
                </c:pt>
                <c:pt idx="3">
                  <c:v>0.667333</c:v>
                </c:pt>
                <c:pt idx="4">
                  <c:v>0.68</c:v>
                </c:pt>
                <c:pt idx="5">
                  <c:v>0.626667</c:v>
                </c:pt>
                <c:pt idx="6">
                  <c:v>0.670667</c:v>
                </c:pt>
                <c:pt idx="7">
                  <c:v>0.645333</c:v>
                </c:pt>
                <c:pt idx="8">
                  <c:v>0.530667</c:v>
                </c:pt>
              </c:numCache>
            </c:numRef>
          </c:val>
        </c:ser>
        <c:ser>
          <c:idx val="1"/>
          <c:order val="1"/>
          <c:tx>
            <c:v>Raw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Data'!$D$2:$D$10</c:f>
              <c:numCache>
                <c:formatCode>0.000</c:formatCode>
                <c:ptCount val="9"/>
                <c:pt idx="0">
                  <c:v>0.3</c:v>
                </c:pt>
                <c:pt idx="1">
                  <c:v>0.32</c:v>
                </c:pt>
                <c:pt idx="2">
                  <c:v>0.32</c:v>
                </c:pt>
                <c:pt idx="3">
                  <c:v>0.28</c:v>
                </c:pt>
                <c:pt idx="4">
                  <c:v>0.4</c:v>
                </c:pt>
                <c:pt idx="5">
                  <c:v>0.38</c:v>
                </c:pt>
                <c:pt idx="6">
                  <c:v>0.32</c:v>
                </c:pt>
                <c:pt idx="7">
                  <c:v>0.26</c:v>
                </c:pt>
                <c:pt idx="8">
                  <c:v>1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Data'!$F$2:$F$10</c:f>
              <c:numCache>
                <c:formatCode>0.000</c:formatCode>
                <c:ptCount val="9"/>
                <c:pt idx="0">
                  <c:v>0.033333</c:v>
                </c:pt>
                <c:pt idx="1">
                  <c:v>0.033333</c:v>
                </c:pt>
                <c:pt idx="2">
                  <c:v>0.033333</c:v>
                </c:pt>
                <c:pt idx="3">
                  <c:v>0</c:v>
                </c:pt>
                <c:pt idx="4">
                  <c:v>0.066667</c:v>
                </c:pt>
                <c:pt idx="5">
                  <c:v>0.233333</c:v>
                </c:pt>
                <c:pt idx="6">
                  <c:v>0.033333</c:v>
                </c:pt>
                <c:pt idx="7">
                  <c:v>0.033333</c:v>
                </c:pt>
                <c:pt idx="8">
                  <c:v>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Deterministic transformations of the same real cases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AUROC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Data'!$B$2:$B$10</c:f>
              <c:numCache>
                <c:formatCode>0.000</c:formatCode>
                <c:ptCount val="9"/>
                <c:pt idx="0">
                  <c:v>0.972</c:v>
                </c:pt>
                <c:pt idx="1">
                  <c:v>0.9784</c:v>
                </c:pt>
                <c:pt idx="2">
                  <c:v>0.9736</c:v>
                </c:pt>
                <c:pt idx="3">
                  <c:v>0.9776</c:v>
                </c:pt>
                <c:pt idx="4">
                  <c:v>0.9672</c:v>
                </c:pt>
                <c:pt idx="5">
                  <c:v>0.9816</c:v>
                </c:pt>
                <c:pt idx="6">
                  <c:v>0.9744</c:v>
                </c:pt>
                <c:pt idx="7">
                  <c:v>1</c:v>
                </c:pt>
                <c:pt idx="8">
                  <c:v>0.3304</c:v>
                </c:pt>
              </c:numCache>
            </c:numRef>
          </c:val>
        </c:ser>
        <c:ser>
          <c:idx val="1"/>
          <c:order val="1"/>
          <c:tx>
            <c:v>Raw recall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Data'!$D$2:$D$10</c:f>
              <c:numCache>
                <c:formatCode>0.000</c:formatCode>
                <c:ptCount val="9"/>
                <c:pt idx="0">
                  <c:v>0.96</c:v>
                </c:pt>
                <c:pt idx="1">
                  <c:v>0.94</c:v>
                </c:pt>
                <c:pt idx="2">
                  <c:v>0.96</c:v>
                </c:pt>
                <c:pt idx="3">
                  <c:v>0.94</c:v>
                </c:pt>
                <c:pt idx="4">
                  <c:v>1</c:v>
                </c:pt>
                <c:pt idx="5">
                  <c:v>1</c:v>
                </c:pt>
                <c:pt idx="6">
                  <c:v>0.96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ser>
          <c:idx val="2"/>
          <c:order val="2"/>
          <c:tx>
            <c:v>Normal FPR</c:v>
          </c:tx>
          <c:spPr>
            <a:solidFill xmlns:a="http://schemas.openxmlformats.org/drawingml/2006/main">
              <a:srgbClr val="B83B35"/>
            </a:solidFill>
          </c:spPr>
          <c:invertIfNegative val="0"/>
          <c:cat>
            <c:strRef>
              <c:f>'Chart Data'!$E$2:$E$10</c:f>
              <c:strCache>
                <c:ptCount val="9"/>
                <c:pt idx="0">
                  <c:v>blur_5x5_sigma1_2</c:v>
                </c:pt>
                <c:pt idx="1">
                  <c:v>gaussian_noise_sigma12</c:v>
                </c:pt>
                <c:pt idx="2">
                  <c:v>jpeg_quality35</c:v>
                </c:pt>
                <c:pt idx="3">
                  <c:v>brightness_0_78_plus30</c:v>
                </c:pt>
                <c:pt idx="4">
                  <c:v>contrast_1_25</c:v>
                </c:pt>
                <c:pt idx="5">
                  <c:v>rotation_7deg</c:v>
                </c:pt>
                <c:pt idx="6">
                  <c:v>resize_0_55_down_up</c:v>
                </c:pt>
                <c:pt idx="7">
                  <c:v>defect_downsize_0_5</c:v>
                </c:pt>
                <c:pt idx="8">
                  <c:v>center_occlusion_20pct</c:v>
                </c:pt>
              </c:strCache>
            </c:strRef>
          </c:cat>
          <c:val>
            <c:numRef>
              <c:f>'Chart Data'!$F$2:$F$10</c:f>
              <c:numCache>
                <c:formatCode>0.000</c:formatCode>
                <c:ptCount val="9"/>
                <c:pt idx="0">
                  <c:v>0.16</c:v>
                </c:pt>
                <c:pt idx="1">
                  <c:v>0.08</c:v>
                </c:pt>
                <c:pt idx="2">
                  <c:v>0.16</c:v>
                </c:pt>
                <c:pt idx="3">
                  <c:v>0.12</c:v>
                </c:pt>
                <c:pt idx="4">
                  <c:v>1</c:v>
                </c:pt>
                <c:pt idx="5">
                  <c:v>0.76</c:v>
                </c:pt>
                <c:pt idx="6">
                  <c:v>0.16</c:v>
                </c:pt>
                <c:pt idx="7">
                  <c:v>0.16</c:v>
                </c:pt>
                <c:pt idx="8">
                  <c:v>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Full handler latency, milliseconds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p50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v1</c:v>
                </c:pt>
                <c:pt idx="1">
                  <c:v>primary v2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963.285</c:v>
                </c:pt>
                <c:pt idx="1">
                  <c:v>1104.674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v1</c:v>
                </c:pt>
                <c:pt idx="1">
                  <c:v>primary v2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1070.4691</c:v>
                </c:pt>
                <c:pt idx="1">
                  <c:v>1256.2202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5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Peak process RSS, MiB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Peak RSS</c:v>
          </c:tx>
          <c:spPr>
            <a:solidFill xmlns:a="http://schemas.openxmlformats.org/drawingml/2006/main">
              <a:srgbClr val="7B8490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v1</c:v>
                </c:pt>
                <c:pt idx="1">
                  <c:v>primary v2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306.976563</c:v>
                </c:pt>
                <c:pt idx="1">
                  <c:v>441.734375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100 measured real-image requests, milliseconds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p50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Internet roundtrip</c:v>
                </c:pt>
                <c:pt idx="1">
                  <c:v>Full backend handler</c:v>
                </c:pt>
                <c:pt idx="2">
                  <c:v>Inspection runtime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3904.44635</c:v>
                </c:pt>
                <c:pt idx="1">
                  <c:v>2469.2065</c:v>
                </c:pt>
                <c:pt idx="2">
                  <c:v>956.7515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188779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Internet roundtrip</c:v>
                </c:pt>
                <c:pt idx="1">
                  <c:v>Full backend handler</c:v>
                </c:pt>
                <c:pt idx="2">
                  <c:v>Inspection runtime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4722.94718</c:v>
                </c:pt>
                <c:pt idx="1">
                  <c:v>3127.2367</c:v>
                </c:pt>
                <c:pt idx="2">
                  <c:v>1027.2689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5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23BBD-473A-4FCF-9C91-A1C75521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Evaluation scope and metric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0EB01-AAF2-4E63-9050-DBF8B646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EE917-CDAC-4C26-BFF6-028D000E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D1F4E-E8E3-4D51-8496-CAC0E40B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DE865-2D87-400C-AEBC-EA0B93B7DD03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428750"/>
                <a:gridCol w="6515100"/>
              </a:tblGrid>
              <a:tr h="571500"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Population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571500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/ cashew replay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Previously exposed published test cases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New-category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PCB1, capsules, chewinggum published test partition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71500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New-category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Separate frozen partition from the same published data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All fixed methods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88 rows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Eleven methods on each of eight population groups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16EB9-6E31-43F5-A0F2-46EAABD8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3B35"/>
                </a:solidFill>
                <a:latin typeface="Arial"/>
                <a:ea typeface="Arial"/>
                <a:cs typeface="Arial"/>
              </a:rPr>
              <a:t>Historical AU-PRO values are invalid for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4AA45-3218-4909-B2FB-FFD7765F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12C"/>
                </a:solidFill>
                <a:latin typeface="Arial"/>
                <a:ea typeface="Arial"/>
                <a:cs typeface="Arial"/>
              </a:rPr>
              <a:t>Corrected scoring reuses unchanged baseline maps. Original papers and slides remain preserved with a separate correction notice.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657A7-0A68-4106-91A7-823842A9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No physical part or lot independence is established. Reviews remain unresolved. Candidate remains local.</a:t>
            </a:r>
          </a:p>
        </p:txBody>
      </p:sp>
    </p:spTree>
    <p:extLst>
      <p:ext uri="{BB962C8B-B14F-4D97-AF65-F5344CB8AC3E}">
        <p14:creationId xmlns:p14="http://schemas.microsoft.com/office/powerpoint/2010/main" val="16008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4718C-47E0-49A1-8030-8B14D52E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Primary outcomes by population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5D759-962F-4BE7-9374-E35DBCFD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5B906-E281-449E-92E9-69839EBB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32351-BAD8-4734-96C7-CEF540EA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21267-ED3F-483B-A6C6-744691B9A147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1952625"/>
                <a:gridCol w="1809750"/>
                <a:gridCol w="2286000"/>
                <a:gridCol w="2038350"/>
              </a:tblGrid>
              <a:tr h="578304"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Population / method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Detected / defects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clears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alerts / normals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Reviews / cases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578304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replay / v1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112 / 200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88 / 200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5 / 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 / 350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replay / primary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155 / 200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41 / 200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 / 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 / 350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78304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development / v1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94 / 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56 / 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 / 105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 / 255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development / primary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101 / 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44 / 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 / 105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 / 255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78304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final / v1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92 / 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58 / 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 / 105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 / 255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final / primary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105 / 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42 / 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14 / 105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11 / 255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4B7E1-72E7-4E5D-A52E-B4DD418C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Counts use all original denominators. Improved detected count can coexist with lower AUROC and more false alerts.</a:t>
            </a:r>
          </a:p>
        </p:txBody>
      </p:sp>
    </p:spTree>
    <p:extLst>
      <p:ext uri="{BB962C8B-B14F-4D97-AF65-F5344CB8AC3E}">
        <p14:creationId xmlns:p14="http://schemas.microsoft.com/office/powerpoint/2010/main" val="1787975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A5BA4-F0C8-4AE1-AB61-2EC58902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Normal false-alert burden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2FBDF-E084-4266-9A45-A9366380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5A29A-71CF-4CEB-A263-D5D8FAA5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262D9-67F1-4037-932E-BFB08418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EE74640-1942-432D-A75E-451757F2E855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cffe42eb1d49a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1C9F1-F308-4A0D-8A1C-A5FD6E9D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Normal reviews add workload beyond these false alerts. A normal-calibration p95 threshold does not guarantee future 5% FPR.</a:t>
            </a:r>
          </a:p>
        </p:txBody>
      </p:sp>
    </p:spTree>
    <p:extLst>
      <p:ext uri="{BB962C8B-B14F-4D97-AF65-F5344CB8AC3E}">
        <p14:creationId xmlns:p14="http://schemas.microsoft.com/office/powerpoint/2010/main" val="2044196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00795-EDC8-4AF7-966B-07CD438A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candle: replay fixed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FDBBA-5D8E-4484-82B4-61F30617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7C89F-2D78-4467-BDE5-8DE68997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9570F-8D7F-41A4-827A-06F1B0E1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7255E3B-7F47-406E-B93D-FD192D5768EF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325f721e3a49d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74AB0-120E-4547-8EC3-D305B796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N=200. All fixed seeds remain visible. Raw score recall precedes the review/detail policy. No test winner is promoted.</a:t>
            </a:r>
          </a:p>
        </p:txBody>
      </p:sp>
    </p:spTree>
    <p:extLst>
      <p:ext uri="{BB962C8B-B14F-4D97-AF65-F5344CB8AC3E}">
        <p14:creationId xmlns:p14="http://schemas.microsoft.com/office/powerpoint/2010/main" val="240813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7F2E0-7D66-4256-8F44-ADCD48D1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cashew: replay fixed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83F48-23F6-4C29-BC99-5CC12BF7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29FA1-8CD0-449C-8EB0-6515E49B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6D901-6EC5-4777-A889-DFDF2D1A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A53D63A-D5BA-43F0-9FD8-6C09E6A583EF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83fe4f3c904ea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4303D-A55B-4674-B93A-2CE144E0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N=150. All fixed seeds remain visible. Raw score recall precedes the review/detail policy. No test winner is promoted.</a:t>
            </a:r>
          </a:p>
        </p:txBody>
      </p:sp>
    </p:spTree>
    <p:extLst>
      <p:ext uri="{BB962C8B-B14F-4D97-AF65-F5344CB8AC3E}">
        <p14:creationId xmlns:p14="http://schemas.microsoft.com/office/powerpoint/2010/main" val="20319483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A6261-8DFD-4E53-95A7-3233E696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pcb1: development fixed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63D24-7282-4AA1-8FEB-04C53695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990D8-3E7B-4477-A53C-BCB3CCCE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0E907-A755-4E2E-B497-245EF4A5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6FEBDFD-0D0A-42E3-8C5D-F19E1FD28EF0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25062d03d74ae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3777C-FBEB-4C3D-971A-BB32196E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N=100. All fixed seeds remain visible. Raw score recall precedes the review/detail policy. No test winner is promoted.</a:t>
            </a:r>
          </a:p>
        </p:txBody>
      </p:sp>
    </p:spTree>
    <p:extLst>
      <p:ext uri="{BB962C8B-B14F-4D97-AF65-F5344CB8AC3E}">
        <p14:creationId xmlns:p14="http://schemas.microsoft.com/office/powerpoint/2010/main" val="36986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F0E74-A7E9-4097-95D1-A48671E8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pcb1: final fixed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1C5D6-F846-4A33-BA6D-6C4AA7D8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CCE23-3927-4F70-AFB9-0271675D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9280F-EF80-4D9F-ADA7-D4C64BD0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2DEADF8-D803-4838-8072-2B9FA68232E3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854825b1c74dd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01C07-1FD5-4AEA-9004-F5406963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N=100. All fixed seeds remain visible. Raw score recall precedes the review/detail policy. No test winner is promoted.</a:t>
            </a:r>
          </a:p>
        </p:txBody>
      </p:sp>
    </p:spTree>
    <p:extLst>
      <p:ext uri="{BB962C8B-B14F-4D97-AF65-F5344CB8AC3E}">
        <p14:creationId xmlns:p14="http://schemas.microsoft.com/office/powerpoint/2010/main" val="8139104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FFEC6-C3A5-4159-8DAB-C33EC511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capsules: development fixed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73FD2-C366-4A9C-9FFE-BC4036D1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11EE6-4441-40F0-8AD0-F7E17F6C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4602F-6226-48FA-B99C-E53E16D6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BFCB096-2A24-47CA-A041-F96F54445660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69d2d2b5d4492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F282F-22AB-4CDF-8D36-FD83D159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N=80. All fixed seeds remain visible. Raw score recall precedes the review/detail policy. No test winner is promoted.</a:t>
            </a:r>
          </a:p>
        </p:txBody>
      </p:sp>
    </p:spTree>
    <p:extLst>
      <p:ext uri="{BB962C8B-B14F-4D97-AF65-F5344CB8AC3E}">
        <p14:creationId xmlns:p14="http://schemas.microsoft.com/office/powerpoint/2010/main" val="1041589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08BC1-E137-4BD9-92CE-659D19E8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capsules: final fixed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EF95E-73A5-4B15-9CDC-F8565998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F37F8-F1B9-4BDE-BA45-E802318A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6B5C3-B511-4F32-9329-AFB93B17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8A7A4DB-2DAD-4914-9C41-EDCC95396510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45f36a04424fb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DA213-D0D9-422B-B1B9-84EE843C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N=80. All fixed seeds remain visible. Raw score recall precedes the review/detail policy. No test winner is promoted.</a:t>
            </a:r>
          </a:p>
        </p:txBody>
      </p:sp>
    </p:spTree>
    <p:extLst>
      <p:ext uri="{BB962C8B-B14F-4D97-AF65-F5344CB8AC3E}">
        <p14:creationId xmlns:p14="http://schemas.microsoft.com/office/powerpoint/2010/main" val="965346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BF56E-974C-4C3A-95AF-CB96C498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chewinggum: development fixed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40E5D-0AC8-48F7-A0EA-9535032D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BC7A1-DD73-4099-A630-E4DE04F3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D6045-B619-49C5-AF20-13D8235F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7CBBC75-BE98-4261-BC27-A7C46F05A221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e8a09b1dab44a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221B2-353D-4E63-822D-370B4268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N=75. All fixed seeds remain visible. Raw score recall precedes the review/detail policy. No test winner is promoted.</a:t>
            </a:r>
          </a:p>
        </p:txBody>
      </p:sp>
    </p:spTree>
    <p:extLst>
      <p:ext uri="{BB962C8B-B14F-4D97-AF65-F5344CB8AC3E}">
        <p14:creationId xmlns:p14="http://schemas.microsoft.com/office/powerpoint/2010/main" val="6064238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33DEA-7CD4-47EF-ABE4-30CDCCD3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chewinggum: final fixed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92FEF-4DDA-4719-8A00-BEE065B6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7DEE1-DF63-48B8-B632-A129ED59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6D7A4-DDFF-40CB-A79A-BB3FBF8E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CFF8CB1-A6C9-4670-AEFE-5AB28BB0D3D1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e25c041416422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B7628-BDDA-483D-B611-B9D14EEB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N=75. All fixed seeds remain visible. Raw score recall precedes the review/detail policy. No test winner is promoted.</a:t>
            </a:r>
          </a:p>
        </p:txBody>
      </p:sp>
    </p:spTree>
    <p:extLst>
      <p:ext uri="{BB962C8B-B14F-4D97-AF65-F5344CB8AC3E}">
        <p14:creationId xmlns:p14="http://schemas.microsoft.com/office/powerpoint/2010/main" val="681454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2D657-5588-4E2F-AB4D-F0F78F72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Localization on the common evaluation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14943-067A-4229-A736-BBB5C752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3CC5C-B681-414D-8597-54D39B44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000A1-C51A-4AFE-B4DB-582CF092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FEB18-9661-4D66-8C8A-B3FD31AD97C6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571625"/>
                <a:gridCol w="1714500"/>
                <a:gridCol w="1381125"/>
                <a:gridCol w="1524000"/>
                <a:gridCol w="1714500"/>
              </a:tblGrid>
              <a:tr h="455083"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population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v1 pixel 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pixel 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v1 IoU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IoU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AU-PRO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455083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replay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0.055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0.077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0.931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replay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0.521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0.549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0.270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0.913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55083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0.847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0.839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0.147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0.791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0.833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0.139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0.187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0.836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55083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0.188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0.320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0.170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0.582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0.399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0.499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0.336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0.506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55083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0.475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0.517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0.087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0.779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0.484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0.072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0.843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73DA9-3BE4-455C-84BF-2840E64C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Full-frame max-side256 maps include normal images. AU-PRO uses corrected exact events, eight-connected regions and FPR≤0.30.</a:t>
            </a:r>
          </a:p>
        </p:txBody>
      </p:sp>
    </p:spTree>
    <p:extLst>
      <p:ext uri="{BB962C8B-B14F-4D97-AF65-F5344CB8AC3E}">
        <p14:creationId xmlns:p14="http://schemas.microsoft.com/office/powerpoint/2010/main" val="4014946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7B3F4-EF16-4E36-B0CB-615CAD88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Review routing and crop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2059B-243E-42CE-8065-40EB0215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56DFD-D5B4-44BE-851D-40D91807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A031E-A6E4-4A36-802D-5979D84E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E38CF-CE27-45D4-9CB8-785E7E500E99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428750"/>
                <a:gridCol w="2476500"/>
                <a:gridCol w="2000250"/>
                <a:gridCol w="2000250"/>
              </a:tblGrid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population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crops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ROI-off / chosen false clears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Chosen added true alerts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Chosen added false alerts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replay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18 / 18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36 / 36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34 / 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replay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23 / 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 /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 / 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 / 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 / 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BD008-1EB9-4462-90D3-CE3E105E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Chosen, random and ROI-off have identical false-clear case sets in every group. Crops resolve reviews into positive findings and false alerts.</a:t>
            </a:r>
          </a:p>
        </p:txBody>
      </p:sp>
    </p:spTree>
    <p:extLst>
      <p:ext uri="{BB962C8B-B14F-4D97-AF65-F5344CB8AC3E}">
        <p14:creationId xmlns:p14="http://schemas.microsoft.com/office/powerpoint/2010/main" val="9819423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5AF4C-2C6B-432E-8A1B-A5F32A51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Inspection controls: replay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8F014-9943-444B-B4F2-12E48F59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B1706-07DE-413F-BA06-7883655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7BC76-8590-402E-AD9C-9DF95DC6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6F1A7-D33E-43B6-9D10-6B0A73AE305B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581150"/>
                <a:gridCol w="1581150"/>
                <a:gridCol w="1581150"/>
                <a:gridCol w="1581150"/>
                <a:gridCol w="1581150"/>
              </a:tblGrid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policy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Extra calls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alerts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clears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static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quality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ROI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static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quality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ROI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D449C-C833-41DC-871B-1F3EE268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Counterfactual outcomes reuse one full pass and a four-tile batch. Chosen/random logical policies each use one equal-size crop.</a:t>
            </a:r>
          </a:p>
        </p:txBody>
      </p:sp>
    </p:spTree>
    <p:extLst>
      <p:ext uri="{BB962C8B-B14F-4D97-AF65-F5344CB8AC3E}">
        <p14:creationId xmlns:p14="http://schemas.microsoft.com/office/powerpoint/2010/main" val="21034597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64967-D16D-46A8-85CA-27F3F3E1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Full image and detail fusion: replay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3CE92-9DC1-4A66-962B-42755F1E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D5AB0-093E-4BAC-B8BC-8CD3C1AD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5DA4A-3F23-452B-A8FC-C1AC5E27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D7D34-840D-4E4F-B17E-86F3F0057814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581150"/>
                <a:gridCol w="1581150"/>
                <a:gridCol w="1581150"/>
                <a:gridCol w="1581150"/>
                <a:gridCol w="1581150"/>
              </a:tblGrid>
              <a:tr h="585107"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control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Image AUROC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Image 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Pixel 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Pixel IoU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Extra calls / case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585107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0.954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0.954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0.189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0.073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0.953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0.954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0.073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85107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all4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0.959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0.958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0.191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0.066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0.958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85107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0.549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0.263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all4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0.961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0.981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0.547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1F76E-0E5A-45FB-B080-ED9C9389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Maximum normalized component score. The union has no joint 5% FPR calibration. Crops use original available pixels, not a new physical view.</a:t>
            </a:r>
          </a:p>
        </p:txBody>
      </p:sp>
    </p:spTree>
    <p:extLst>
      <p:ext uri="{BB962C8B-B14F-4D97-AF65-F5344CB8AC3E}">
        <p14:creationId xmlns:p14="http://schemas.microsoft.com/office/powerpoint/2010/main" val="4347611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E29C5-51F7-4C4E-9610-912CDB92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Inspection controls: development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36C22-83E2-41AA-B825-30C4D52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A676D-9A34-4525-B4D8-114DAC2E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19FBA-09B9-48BE-B7A2-7B09A245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8A1B2-91F1-4EC6-98AB-D9D07D3AAB19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581150"/>
                <a:gridCol w="1581150"/>
                <a:gridCol w="1581150"/>
                <a:gridCol w="1581150"/>
                <a:gridCol w="1581150"/>
              </a:tblGrid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policy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Extra calls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alerts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clears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static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quality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ROI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static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quality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ROI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C2041-1A4F-4FED-9F1C-E4389D4C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Counterfactual outcomes reuse one full pass and a four-tile batch. Chosen/random logical policies each use one equal-size crop.</a:t>
            </a:r>
          </a:p>
        </p:txBody>
      </p:sp>
    </p:spTree>
    <p:extLst>
      <p:ext uri="{BB962C8B-B14F-4D97-AF65-F5344CB8AC3E}">
        <p14:creationId xmlns:p14="http://schemas.microsoft.com/office/powerpoint/2010/main" val="336857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5687E-7789-4D61-AB54-53CCACFB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Inspection controls: development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C4241-F17F-44FD-B367-9FABFF39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6A651-9E59-4EE4-951C-91B5736F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3D875-ED01-4724-8EA7-E0F24F78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7C2B3-94F8-4D07-80BC-8A0EFD2EA88E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581150"/>
                <a:gridCol w="1581150"/>
                <a:gridCol w="1581150"/>
                <a:gridCol w="1581150"/>
                <a:gridCol w="1581150"/>
              </a:tblGrid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policy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Extra calls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alerts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clears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static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quality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ROI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A4560-6613-4C22-98CE-2DCC0D4B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Counterfactual outcomes reuse one full pass and a four-tile batch. Chosen/random logical policies each use one equal-size crop.</a:t>
            </a:r>
          </a:p>
        </p:txBody>
      </p:sp>
    </p:spTree>
    <p:extLst>
      <p:ext uri="{BB962C8B-B14F-4D97-AF65-F5344CB8AC3E}">
        <p14:creationId xmlns:p14="http://schemas.microsoft.com/office/powerpoint/2010/main" val="11173029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CBC58-3201-4B14-B2A6-5BF774EA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Full image and detail fusion: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2CA57-B139-45A2-99B1-0925F834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2B5A0-3A46-4868-A03E-D50E185F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67D28-0FBE-43E9-B519-D9F3BA34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887D1-6827-456A-B9EA-2ECCD49D3B4D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581150"/>
                <a:gridCol w="1581150"/>
                <a:gridCol w="1581150"/>
                <a:gridCol w="1581150"/>
                <a:gridCol w="1581150"/>
              </a:tblGrid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control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Image AUROC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Image 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Pixel 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Pixel IoU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Extra calls / case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0.928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0.921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0.856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0.189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0.912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0.906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0.190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all4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0.925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0.920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0.702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0.829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0.409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0.236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0.719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0.827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0.376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0.228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all4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0.699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0.820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0.450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0.229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0.531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0.132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0.522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0.131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all4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F105F-8374-4A37-BD2B-B5C4EDC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Maximum normalized component score. The union has no joint 5% FPR calibration. Crops use original available pixels, not a new physical view.</a:t>
            </a:r>
          </a:p>
        </p:txBody>
      </p:sp>
    </p:spTree>
    <p:extLst>
      <p:ext uri="{BB962C8B-B14F-4D97-AF65-F5344CB8AC3E}">
        <p14:creationId xmlns:p14="http://schemas.microsoft.com/office/powerpoint/2010/main" val="12724464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788BC-7694-4640-A964-7827700F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Inspection controls: final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51597-C937-458A-B715-E5804F7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CD25E-C39A-470E-B91B-3AE973F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EE4E5-9D10-4D74-BDE9-3DD650A7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24ADC-2974-4B36-8E4E-004B68FFA9E6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581150"/>
                <a:gridCol w="1581150"/>
                <a:gridCol w="1581150"/>
                <a:gridCol w="1581150"/>
                <a:gridCol w="1581150"/>
              </a:tblGrid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policy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Extra calls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alerts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clears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static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quality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ROI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static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quality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318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ROI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9CF30-E067-4B91-9230-E15DC3D5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Counterfactual outcomes reuse one full pass and a four-tile batch. Chosen/random logical policies each use one equal-size crop.</a:t>
            </a:r>
          </a:p>
        </p:txBody>
      </p:sp>
    </p:spTree>
    <p:extLst>
      <p:ext uri="{BB962C8B-B14F-4D97-AF65-F5344CB8AC3E}">
        <p14:creationId xmlns:p14="http://schemas.microsoft.com/office/powerpoint/2010/main" val="11438283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41A68-3FB7-4BFC-84D2-BF692309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Inspection controls: final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8B13B-3D49-46E4-9935-9E658E32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07673-AE7C-4491-A769-B3CFFA03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CDE51-A393-4A4F-A30A-0A878EE1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67782-B05B-4ACA-854F-65B80ECCF41E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581150"/>
                <a:gridCol w="1581150"/>
                <a:gridCol w="1581150"/>
                <a:gridCol w="1581150"/>
                <a:gridCol w="1581150"/>
              </a:tblGrid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policy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Extra calls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alerts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clears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static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quality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730250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ROI off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701A7-50A4-432F-BF81-295F21FB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Counterfactual outcomes reuse one full pass and a four-tile batch. Chosen/random logical policies each use one equal-size crop.</a:t>
            </a:r>
          </a:p>
        </p:txBody>
      </p:sp>
    </p:spTree>
    <p:extLst>
      <p:ext uri="{BB962C8B-B14F-4D97-AF65-F5344CB8AC3E}">
        <p14:creationId xmlns:p14="http://schemas.microsoft.com/office/powerpoint/2010/main" val="4393882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DB7C1-88D5-4749-BEB8-7A016742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Full image and detail fusion: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65535-CDCF-4CDF-94BD-709B1E9D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67566-6084-4C10-822E-4C6A8DA2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0D421-EEBC-4FD9-8ED9-B16F7EFC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FAFDF-5EF5-48BE-8093-72CB23339570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581150"/>
                <a:gridCol w="1581150"/>
                <a:gridCol w="1581150"/>
                <a:gridCol w="1581150"/>
                <a:gridCol w="1581150"/>
              </a:tblGrid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control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Image AUROC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Image 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Pixel 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Pixel IoU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Extra calls / case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0.899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0.892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0.836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0.830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0.176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all4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0.841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0.152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0.674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0.819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0.349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0.719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0.837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0.547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0.347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all4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0.724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0.849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0.634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0.348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chosen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0.102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0.559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0.102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09575"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all4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0.988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0.563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0.097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5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2295F-CF67-4ECC-BBD0-1F725F4B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Maximum normalized component score. The union has no joint 5% FPR calibration. Crops use original available pixels, not a new physical view.</a:t>
            </a:r>
          </a:p>
        </p:txBody>
      </p:sp>
    </p:spTree>
    <p:extLst>
      <p:ext uri="{BB962C8B-B14F-4D97-AF65-F5344CB8AC3E}">
        <p14:creationId xmlns:p14="http://schemas.microsoft.com/office/powerpoint/2010/main" val="11917507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202C9-9A30-4433-98AC-9CA9C4E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Derived robustness: candle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EAAD9-C2EB-43A5-8D7C-8DAA2C5A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C5B16-C0F3-43A4-B9F1-AFD1DF12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40172-4A47-41F4-889E-BBED497A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FABCC61-1587-463F-83C9-B72B4B5ABD66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ad351f6cd54d6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2F269-1D3E-4DFB-BBE7-3A3D8B5A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replay population. Dependent stress copies add no independent cases. Defect downsize uses evaluator-only masks.</a:t>
            </a:r>
          </a:p>
        </p:txBody>
      </p:sp>
    </p:spTree>
    <p:extLst>
      <p:ext uri="{BB962C8B-B14F-4D97-AF65-F5344CB8AC3E}">
        <p14:creationId xmlns:p14="http://schemas.microsoft.com/office/powerpoint/2010/main" val="9956804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5FD84-8D67-4441-925E-AB8463E7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Derived robustness: cashew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3C6FF-CAFC-4DEA-B533-6ED667E1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B3506-2B42-4893-867A-5532E608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209B5-DC50-4F9B-BD91-C6C51D92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8A32EDA-C03B-412D-BE82-9B57BC711499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2722e968014b1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03CE8-8935-4F0F-BEC0-E5B6EAD3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replay population. Dependent stress copies add no independent cases. Defect downsize uses evaluator-only masks.</a:t>
            </a:r>
          </a:p>
        </p:txBody>
      </p:sp>
    </p:spTree>
    <p:extLst>
      <p:ext uri="{BB962C8B-B14F-4D97-AF65-F5344CB8AC3E}">
        <p14:creationId xmlns:p14="http://schemas.microsoft.com/office/powerpoint/2010/main" val="19756620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8B63B-058E-4003-911E-66F9A357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Derived robustness: pcb1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CF453-C1F5-4460-82D8-176F9C1A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79988-8481-47FC-B6D5-1257C73C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EEEB3-237B-41C8-B6D9-BE8207C5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F75CBB4-7C3B-445C-A0A4-786B3B5A9C94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54f418062a41f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91D3B-1F33-4AD8-997D-FE23A4CA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final population. Dependent stress copies add no independent cases. Defect downsize uses evaluator-only masks.</a:t>
            </a:r>
          </a:p>
        </p:txBody>
      </p:sp>
    </p:spTree>
    <p:extLst>
      <p:ext uri="{BB962C8B-B14F-4D97-AF65-F5344CB8AC3E}">
        <p14:creationId xmlns:p14="http://schemas.microsoft.com/office/powerpoint/2010/main" val="15466890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37499-DCB4-4615-B2A2-045FD98A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Derived robustness: capsules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0A17D-E48A-44D1-8306-D68D1BB7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A92E8-013F-4BA1-B12B-AD5B8420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B22F0-46C3-4736-8332-5FA9304D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C50F782-531E-4318-9E87-DCCE1A06D217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e9448b5a7e4fc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97D05-BF9E-4DC9-84CD-75F7FDE0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final population. Dependent stress copies add no independent cases. Defect downsize uses evaluator-only masks.</a:t>
            </a:r>
          </a:p>
        </p:txBody>
      </p:sp>
    </p:spTree>
    <p:extLst>
      <p:ext uri="{BB962C8B-B14F-4D97-AF65-F5344CB8AC3E}">
        <p14:creationId xmlns:p14="http://schemas.microsoft.com/office/powerpoint/2010/main" val="14005009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07968-82FF-46C9-8362-1180CD1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Derived robustness: chewinggum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DAC69-615F-49B7-B80E-D72C7D95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43E7A-D661-44C0-9BB4-C8045E53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25D70-F008-49A3-81D1-3251D6F0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57EAF67-BBD0-45E6-B7DD-4CD715E694FC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d2bf9f7f384ed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7D869-6799-423E-9572-603861EE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final population. Dependent stress copies add no independent cases. Defect downsize uses evaluator-only masks.</a:t>
            </a:r>
          </a:p>
        </p:txBody>
      </p:sp>
    </p:spTree>
    <p:extLst>
      <p:ext uri="{BB962C8B-B14F-4D97-AF65-F5344CB8AC3E}">
        <p14:creationId xmlns:p14="http://schemas.microsoft.com/office/powerpoint/2010/main" val="14551308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AC928-1C11-4257-8FFC-FA7560B5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Independent PatchCore image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97091-081F-4892-A317-D99B42C9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09E78-CE81-4454-A129-2E36DA22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1D746-D947-4771-935B-7A5A6CA6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4DCF1-9F1D-475F-AC5E-7FEDB366EA70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581150"/>
                <a:gridCol w="1581150"/>
                <a:gridCol w="1581150"/>
                <a:gridCol w="1581150"/>
                <a:gridCol w="1581150"/>
              </a:tblGrid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population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v1 AUROC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AUROC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 AUROC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 recall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 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replay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0.957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replay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0.830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0.893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0.911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0.849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0.878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0.964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0.703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0.668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0.716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0.360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0.723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0.671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0.520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0.968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0.993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0.984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0.984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CAE4C-F96B-402A-9C7D-97EE2B36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Pinned WRN50 source, 10% coreset and center-crop224 protocol. Candle/PCB1 use explicitly labeled disk-backed feature assembly.</a:t>
            </a:r>
          </a:p>
        </p:txBody>
      </p:sp>
    </p:spTree>
    <p:extLst>
      <p:ext uri="{BB962C8B-B14F-4D97-AF65-F5344CB8AC3E}">
        <p14:creationId xmlns:p14="http://schemas.microsoft.com/office/powerpoint/2010/main" val="16869398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6688C-5A59-4642-A7BB-C59515B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Reference crop-only localization and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0065B-56FF-477A-9488-77E7B42A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D8E28-5CC3-4DF5-9B85-CDDD433B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1E534-7CD7-45A4-8D63-50231020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64CD3-47BF-45EA-A93C-1AE4B8F40211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905000"/>
                <a:gridCol w="1905000"/>
                <a:gridCol w="2047875"/>
                <a:gridCol w="2047875"/>
              </a:tblGrid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 / population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Crop pixel 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Crop AU-PRO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Native defect visible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Crop-only pixels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candle replay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0.254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0.961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99.7%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10035200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cashew replay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0.616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0.927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99.8%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7526400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0.930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99.7%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5017600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pcb1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0.889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0.922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5017600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0.546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59.9%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4014080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0.781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0.876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84.7%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4014080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development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0.450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3763200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chewinggum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0.488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0.838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4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3763200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BDD0E-0969-4864-A729-EC48C93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Reference224center crops exclude source pixels. These numbers have a different spatial denominator from REFLEX full-frame localization.</a:t>
            </a:r>
          </a:p>
        </p:txBody>
      </p:sp>
    </p:spTree>
    <p:extLst>
      <p:ext uri="{BB962C8B-B14F-4D97-AF65-F5344CB8AC3E}">
        <p14:creationId xmlns:p14="http://schemas.microsoft.com/office/powerpoint/2010/main" val="7819446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CA978-7C31-47B7-807F-3D69B574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Dedicated AWS latency and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5B436-6F41-4FDF-88C6-5ACB593E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6B6C9-9645-4A37-A9BB-DCF25FC5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0DB5A-614A-4018-9D27-DBEB9F3C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5969550-9906-441E-9D0E-2A374EE26089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5429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66a38877b34b16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03D76E2-2A48-445B-A15C-0499B8191F6C}"/>
              </a:ext>
            </a:extLst>
          </p:cNvPr>
          <p:cNvGraphicFramePr/>
          <p:nvPr/>
        </p:nvGraphicFramePr>
        <p:xfrm>
          <a:off xmlns:a="http://schemas.openxmlformats.org/drawingml/2006/main" x="6343650" y="1304925"/>
          <a:ext xmlns:a="http://schemas.openxmlformats.org/drawingml/2006/main" cx="53911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72f97ebe6840f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942E8-8FA9-4D28-AE54-76317255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Same finite 1 vCPU / 2 GiB task, 100 real fixtures and 10 warmups per variant. Three measured rounds plus a concurrency-two probe.</a:t>
            </a:r>
          </a:p>
        </p:txBody>
      </p:sp>
    </p:spTree>
    <p:extLst>
      <p:ext uri="{BB962C8B-B14F-4D97-AF65-F5344CB8AC3E}">
        <p14:creationId xmlns:p14="http://schemas.microsoft.com/office/powerpoint/2010/main" val="6317862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53000-4214-44A3-AACC-DE86D43C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AWS measured stage spans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88279-B471-4DF0-953A-C0A579B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3F27F-1631-48EC-B397-80E88100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B7F38-ADEC-45D9-BF41-862A8E8D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410A1-35B2-44BF-A5A5-EC5349599018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76850"/>
                <a:gridCol w="2000250"/>
                <a:gridCol w="2000250"/>
                <a:gridCol w="2000250"/>
              </a:tblGrid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Span (ms)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v1 mean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v2 mean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v2 p95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agent_policy_ms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20.89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21.74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54.08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artifacts_and_payload_ms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235.93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250.19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279.73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decode_validate_ms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9.25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8.03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9.87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detail_inspection_ms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12.38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feature_aggregation_projection_ms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36.68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74.66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feature_extraction_ms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350.11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410.51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feature_pipeline_ms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413.06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470.00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opencv_preprocess_ms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26.25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28.29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patch_distance_ms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193.47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244.98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profile_load_ms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1.62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45.88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52.83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quality_and_regions_ms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124.27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167.48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7038"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score_map_reconstruction_ms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3.72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6.15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09B50-6D55-407A-B1A0-CD23CD47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Nested spans overlap and quantiles do not add. Detail inspection occurs only on a subset. Raw samples retain every request.</a:t>
            </a:r>
          </a:p>
        </p:txBody>
      </p:sp>
    </p:spTree>
    <p:extLst>
      <p:ext uri="{BB962C8B-B14F-4D97-AF65-F5344CB8AC3E}">
        <p14:creationId xmlns:p14="http://schemas.microsoft.com/office/powerpoint/2010/main" val="21418319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6007C-ABFE-45C3-9947-ACB6F3E4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Public demo over the internet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5FCD6-C50B-40BD-8070-3E6C39B2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5C392-08C6-4C06-9E7B-3A5092C4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967D5-58B2-4F9E-AD6C-5B94252A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EAF9A5C-DB9C-417D-82A8-0715ACCD0949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c85ec783894c3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12D9B-5729-4235-9FAA-DE4769E7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Deployed v1, 10 warmups + 100 measured, 62-second pacing and one retained interrupted interval. Throughput is guard-limited.</a:t>
            </a:r>
          </a:p>
        </p:txBody>
      </p:sp>
    </p:spTree>
    <p:extLst>
      <p:ext uri="{BB962C8B-B14F-4D97-AF65-F5344CB8AC3E}">
        <p14:creationId xmlns:p14="http://schemas.microsoft.com/office/powerpoint/2010/main" val="3339708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A74F4-E17C-40AA-838B-F3930D76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pcb1: detected defect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AE17D-F601-42D4-BCB8-0E5E7609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E5DDA-95E0-4AE1-8541-55A9C85C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8F905-8505-4712-95BE-C79690AA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4AD7E-DB2F-4D8C-B62B-BEB5605985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9699c406d46d7"/>
          <a:stretch xmlns:a="http://schemas.openxmlformats.org/drawingml/2006/main"/>
        </p:blipFill>
        <p:spPr>
          <a:xfrm xmlns:a="http://schemas.openxmlformats.org/drawingml/2006/main">
            <a:off x="457200" y="1640451"/>
            <a:ext cx="11277600" cy="291034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BD3F3-8F92-4648-8E6E-50B82C6E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development / bad/071.JPG   Decision: DEFECT_FOUND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7EBC2-2EFA-46E8-9711-599731F0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First membership-order illustration of this outcome. Evaluator ground truth follows prediction. The complete gallery retains all 860 cases.</a:t>
            </a:r>
          </a:p>
        </p:txBody>
      </p:sp>
    </p:spTree>
    <p:extLst>
      <p:ext uri="{BB962C8B-B14F-4D97-AF65-F5344CB8AC3E}">
        <p14:creationId xmlns:p14="http://schemas.microsoft.com/office/powerpoint/2010/main" val="73605595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3E0AA-C8C3-4FEC-BDE7-664EDB20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capsules: false clear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E102E-31FE-41F5-BA37-A7EA3DEF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02EDF-F815-4CA9-84D6-94548E8B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00610-CA58-41AF-93B5-4EA9E758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8EE58-AC87-437D-9B50-3017E4AA6A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beb655e9e4926"/>
          <a:stretch xmlns:a="http://schemas.openxmlformats.org/drawingml/2006/main"/>
        </p:blipFill>
        <p:spPr>
          <a:xfrm xmlns:a="http://schemas.openxmlformats.org/drawingml/2006/main">
            <a:off x="457200" y="1640451"/>
            <a:ext cx="11277600" cy="291034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AB870-D985-4F70-8246-4AD8C0BC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development / bad/020.JPG   Decision: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E453F-F76D-42A3-A6A7-54E00DF7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First membership-order illustration of this outcome. Evaluator ground truth follows prediction. The complete gallery retains all 860 cases.</a:t>
            </a:r>
          </a:p>
        </p:txBody>
      </p:sp>
    </p:spTree>
    <p:extLst>
      <p:ext uri="{BB962C8B-B14F-4D97-AF65-F5344CB8AC3E}">
        <p14:creationId xmlns:p14="http://schemas.microsoft.com/office/powerpoint/2010/main" val="18064733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C5C88-527D-443F-B3F0-38A4037C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chewinggum: false alert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70F66-1A51-4731-A393-4BC2FE56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5AAC2-0A61-4491-8B15-E032B6F5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2A856-6E29-4E28-A6E4-5030D391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18F5F-DCB4-41D3-BE38-A7700D577D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94e8974f54c2e"/>
          <a:stretch xmlns:a="http://schemas.openxmlformats.org/drawingml/2006/main"/>
        </p:blipFill>
        <p:spPr>
          <a:xfrm xmlns:a="http://schemas.openxmlformats.org/drawingml/2006/main">
            <a:off x="457200" y="1640451"/>
            <a:ext cx="11277600" cy="291034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8B38B-D834-4B84-B5AD-ECF02B53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development / good/497.JPG   Decision: DEFECT_FOUND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220BF-1D74-4749-BAF5-6323392C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First membership-order illustration of this outcome. Evaluator ground truth follows prediction. The complete gallery retains all 860 cases.</a:t>
            </a:r>
          </a:p>
        </p:txBody>
      </p:sp>
    </p:spTree>
    <p:extLst>
      <p:ext uri="{BB962C8B-B14F-4D97-AF65-F5344CB8AC3E}">
        <p14:creationId xmlns:p14="http://schemas.microsoft.com/office/powerpoint/2010/main" val="28028406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F8B07-67D0-4694-8889-AC9D3FC6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candle: defect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C7707-AB26-4F23-906A-BD215237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E0B3C-B54C-4A0E-8D02-C9A84F3A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CAA7E-1EBD-40BE-9A74-7BCD7C34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E35D5-428F-4B4F-B26F-AB77616051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a8ff3e7104512"/>
          <a:stretch xmlns:a="http://schemas.openxmlformats.org/drawingml/2006/main"/>
        </p:blipFill>
        <p:spPr>
          <a:xfrm xmlns:a="http://schemas.openxmlformats.org/drawingml/2006/main">
            <a:off x="457200" y="1640451"/>
            <a:ext cx="11277600" cy="291034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6F2BF-B2B3-4089-A740-5BABF26E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replay / bad/029.JPG   Decision: NEEDS_REVIEW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38B70-2CC5-4556-94F6-64531FDA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First membership-order illustration of this outcome. Evaluator ground truth follows prediction. The complete gallery retains all 860 cases.</a:t>
            </a:r>
          </a:p>
        </p:txBody>
      </p:sp>
    </p:spTree>
    <p:extLst>
      <p:ext uri="{BB962C8B-B14F-4D97-AF65-F5344CB8AC3E}">
        <p14:creationId xmlns:p14="http://schemas.microsoft.com/office/powerpoint/2010/main" val="137860667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C1C23-7DA3-4357-A0BF-9119D8AC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cashew: detected defect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34AAF-DB5C-4BD1-A735-4B2C15E3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3E885-D5A5-4ABE-A17F-3530CA19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48B79-2870-40EB-B58C-83C0A8FF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232A5-A01F-43FE-92BA-39ADE816B1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16cfc20bc49ed"/>
          <a:stretch xmlns:a="http://schemas.openxmlformats.org/drawingml/2006/main"/>
        </p:blipFill>
        <p:spPr>
          <a:xfrm xmlns:a="http://schemas.openxmlformats.org/drawingml/2006/main">
            <a:off x="457200" y="1640451"/>
            <a:ext cx="11277600" cy="291034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0B5FA-F858-4F5B-AAAD-530F08EB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replay / bad/000.JPG   Decision: DEFECT_FOUND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D2B5A-2E74-4C04-B509-CA3E4B58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First membership-order illustration of this outcome. Evaluator ground truth follows prediction. The complete gallery retains all 860 cases.</a:t>
            </a:r>
          </a:p>
        </p:txBody>
      </p:sp>
    </p:spTree>
    <p:extLst>
      <p:ext uri="{BB962C8B-B14F-4D97-AF65-F5344CB8AC3E}">
        <p14:creationId xmlns:p14="http://schemas.microsoft.com/office/powerpoint/2010/main" val="147360669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13EB4-69FD-41DE-91A6-8AA5ADDD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Candidate release hold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EEDD8-DD92-4C2E-BDD0-53DF0B14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FFAD6-6CF6-4538-814A-2E55AF08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A5838-EABE-4F8D-9C06-4709D3A2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F485A-0F72-4F25-AC3A-98811AEF5058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8086725"/>
              </a:tblGrid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Measured limitation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Capsules final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16/50 defects detected, 34/50 automatically passed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Normal workload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Final false alerts rise from 9 to 14/105 normals, plus 8 normal reviews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Final ranking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Equal-category AUROC falls despite more threshold detections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Runtime and memory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AWS handler p95 +17.35%, peak RSS +43.90%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Independent validation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No new factory captures, physical-lot independence or real retake study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51F03-C5B7-459F-998D-CC86E54A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Keep the live v1 release. Preserve every fixed arm and seed. A future method needs new independent validation and a new protocol.</a:t>
            </a:r>
          </a:p>
        </p:txBody>
      </p:sp>
    </p:spTree>
    <p:extLst>
      <p:ext uri="{BB962C8B-B14F-4D97-AF65-F5344CB8AC3E}">
        <p14:creationId xmlns:p14="http://schemas.microsoft.com/office/powerpoint/2010/main" val="1803227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2026-10-25T02:55:18.7080000Z</dcterms:created>
  <dcterms:modified xsi:type="dcterms:W3CDTF">2026-10-25T02:55:18.7080000Z</dcterms:modified>
</coreProperties>
</file>